
<file path=[Content_Types].xml><?xml version="1.0" encoding="utf-8"?>
<Types xmlns="http://schemas.openxmlformats.org/package/2006/content-types">
  <Default Extension="png" ContentType="image/png"/>
  <Default Extension="jpeg" ContentType="image/jpeg"/>
  <Default Extension="JPG" ContentType="image/.jp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</p:sldIdLst>
  <p:sldSz cx="11430000" cy="6445250"/>
  <p:notesSz cx="11430000" cy="644525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 userDrawn="1">
          <p15:clr>
            <a:srgbClr val="A4A3A4"/>
          </p15:clr>
        </p15:guide>
        <p15:guide id="2" pos="216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78" d="100"/>
          <a:sy n="78" d="100"/>
        </p:scale>
        <p:origin x="-1536" y="-84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5" Type="http://schemas.openxmlformats.org/officeDocument/2006/relationships/tableStyles" Target="tableStyles.xml"/><Relationship Id="rId14" Type="http://schemas.openxmlformats.org/officeDocument/2006/relationships/viewProps" Target="viewProps.xml"/><Relationship Id="rId13" Type="http://schemas.openxmlformats.org/officeDocument/2006/relationships/presProps" Target="presProps.xml"/><Relationship Id="rId12" Type="http://schemas.openxmlformats.org/officeDocument/2006/relationships/slide" Target="slides/slide10.xml"/><Relationship Id="rId11" Type="http://schemas.openxmlformats.org/officeDocument/2006/relationships/slide" Target="slides/slide9.xml"/><Relationship Id="rId10" Type="http://schemas.openxmlformats.org/officeDocument/2006/relationships/slide" Target="slides/slide8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857250" y="1998027"/>
            <a:ext cx="9715500" cy="135350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350" b="1" i="0">
                <a:solidFill>
                  <a:srgbClr val="F2F2F3"/>
                </a:solidFill>
                <a:latin typeface="Tahoma" panose="020B0604030504040204"/>
                <a:cs typeface="Tahoma" panose="020B0604030504040204"/>
              </a:defRPr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714500" y="3609340"/>
            <a:ext cx="8001000" cy="161131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650" b="1" i="0">
                <a:solidFill>
                  <a:srgbClr val="E5E0DF"/>
                </a:solidFill>
                <a:latin typeface="Tahoma" panose="020B0604030504040204"/>
                <a:cs typeface="Tahoma" panose="020B0604030504040204"/>
              </a:defRPr>
            </a:lvl1pPr>
          </a:lstStyle>
          <a:p/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350" b="1" i="0">
                <a:solidFill>
                  <a:srgbClr val="F2F2F3"/>
                </a:solidFill>
                <a:latin typeface="Tahoma" panose="020B0604030504040204"/>
                <a:cs typeface="Tahoma" panose="020B0604030504040204"/>
              </a:defRPr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sz="1650" b="1" i="0">
                <a:solidFill>
                  <a:srgbClr val="E5E0DF"/>
                </a:solidFill>
                <a:latin typeface="Tahoma" panose="020B0604030504040204"/>
                <a:cs typeface="Tahoma" panose="020B0604030504040204"/>
              </a:defRPr>
            </a:lvl1pPr>
          </a:lstStyle>
          <a:p/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350" b="1" i="0">
                <a:solidFill>
                  <a:srgbClr val="F2F2F3"/>
                </a:solidFill>
                <a:latin typeface="Tahoma" panose="020B0604030504040204"/>
                <a:cs typeface="Tahoma" panose="020B0604030504040204"/>
              </a:defRPr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571500" y="1482407"/>
            <a:ext cx="4972050" cy="425386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/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5886450" y="1482407"/>
            <a:ext cx="4972050" cy="425386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/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350" b="1" i="0">
                <a:solidFill>
                  <a:srgbClr val="F2F2F3"/>
                </a:solidFill>
                <a:latin typeface="Tahoma" panose="020B0604030504040204"/>
                <a:cs typeface="Tahoma" panose="020B0604030504040204"/>
              </a:defRPr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7" Type="http://schemas.openxmlformats.org/officeDocument/2006/relationships/theme" Target="../theme/theme1.xml"/><Relationship Id="rId6" Type="http://schemas.openxmlformats.org/officeDocument/2006/relationships/image" Target="../media/image1.png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6" cstate="print"/>
          <a:stretch>
            <a:fillRect/>
          </a:stretch>
        </p:blipFill>
        <p:spPr>
          <a:xfrm>
            <a:off x="0" y="0"/>
            <a:ext cx="11430000" cy="6438900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587375" y="1701800"/>
            <a:ext cx="7108190" cy="53975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350" b="1" i="0">
                <a:solidFill>
                  <a:srgbClr val="F2F2F3"/>
                </a:solidFill>
                <a:latin typeface="Tahoma" panose="020B0604030504040204"/>
                <a:cs typeface="Tahoma" panose="020B0604030504040204"/>
              </a:defRPr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587375" y="1830387"/>
            <a:ext cx="7855584" cy="142493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650" b="1" i="0">
                <a:solidFill>
                  <a:srgbClr val="E5E0DF"/>
                </a:solidFill>
                <a:latin typeface="Tahoma" panose="020B0604030504040204"/>
                <a:cs typeface="Tahoma" panose="020B0604030504040204"/>
              </a:defRPr>
            </a:lvl1pPr>
          </a:lstStyle>
          <a:p/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3886200" y="5994082"/>
            <a:ext cx="3657600" cy="32226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571500" y="5994082"/>
            <a:ext cx="2628900" cy="32226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8229600" y="5994082"/>
            <a:ext cx="2628900" cy="32226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2.jpe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3.xml"/><Relationship Id="rId1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3.xml"/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2.xml"/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0.pn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0"/>
            <a:ext cx="11430000" cy="6438900"/>
          </a:xfrm>
          <a:custGeom>
            <a:avLst/>
            <a:gdLst/>
            <a:ahLst/>
            <a:cxnLst/>
            <a:rect l="l" t="t" r="r" b="b"/>
            <a:pathLst>
              <a:path w="11430000" h="6438900">
                <a:moveTo>
                  <a:pt x="11430000" y="0"/>
                </a:moveTo>
                <a:lnTo>
                  <a:pt x="0" y="0"/>
                </a:lnTo>
                <a:lnTo>
                  <a:pt x="0" y="6438900"/>
                </a:lnTo>
                <a:lnTo>
                  <a:pt x="11430000" y="6438900"/>
                </a:lnTo>
                <a:lnTo>
                  <a:pt x="11430000" y="0"/>
                </a:lnTo>
                <a:close/>
              </a:path>
            </a:pathLst>
          </a:custGeom>
          <a:solidFill>
            <a:srgbClr val="040404"/>
          </a:solidFill>
        </p:spPr>
        <p:txBody>
          <a:bodyPr wrap="square" lIns="0" tIns="0" rIns="0" bIns="0" rtlCol="0"/>
          <a:lstStyle/>
          <a:p/>
        </p:txBody>
      </p:sp>
      <p:pic>
        <p:nvPicPr>
          <p:cNvPr id="4" name="object 4"/>
          <p:cNvPicPr/>
          <p:nvPr/>
        </p:nvPicPr>
        <p:blipFill>
          <a:blip r:embed="rId1" cstate="print"/>
          <a:stretch>
            <a:fillRect/>
          </a:stretch>
        </p:blipFill>
        <p:spPr>
          <a:xfrm>
            <a:off x="7143750" y="0"/>
            <a:ext cx="4286250" cy="6438900"/>
          </a:xfrm>
          <a:prstGeom prst="rect">
            <a:avLst/>
          </a:prstGeom>
        </p:spPr>
      </p:pic>
      <p:sp>
        <p:nvSpPr>
          <p:cNvPr id="6" name="object 6"/>
          <p:cNvSpPr txBox="1">
            <a:spLocks noGrp="1"/>
          </p:cNvSpPr>
          <p:nvPr>
            <p:ph type="title"/>
          </p:nvPr>
        </p:nvSpPr>
        <p:spPr>
          <a:xfrm>
            <a:off x="587375" y="1863725"/>
            <a:ext cx="5030470" cy="2160270"/>
          </a:xfrm>
          <a:prstGeom prst="rect">
            <a:avLst/>
          </a:prstGeom>
        </p:spPr>
        <p:txBody>
          <a:bodyPr vert="horz" wrap="square" lIns="0" tIns="6350" rIns="0" bIns="0" rtlCol="0">
            <a:spAutoFit/>
          </a:bodyPr>
          <a:lstStyle/>
          <a:p>
            <a:pPr marL="12700" marR="5080">
              <a:lnSpc>
                <a:spcPts val="4200"/>
              </a:lnSpc>
              <a:spcBef>
                <a:spcPts val="50"/>
              </a:spcBef>
            </a:pPr>
            <a:r>
              <a:rPr spc="-85" dirty="0"/>
              <a:t>EchoAI</a:t>
            </a:r>
            <a:r>
              <a:rPr lang="en-GB" spc="-85" dirty="0"/>
              <a:t> - </a:t>
            </a:r>
            <a:r>
              <a:rPr spc="-10" dirty="0"/>
              <a:t>Automated </a:t>
            </a:r>
            <a:r>
              <a:rPr dirty="0"/>
              <a:t>Podcast</a:t>
            </a:r>
            <a:r>
              <a:rPr spc="-100" dirty="0"/>
              <a:t> </a:t>
            </a:r>
            <a:r>
              <a:rPr spc="-30" dirty="0"/>
              <a:t>Transcription</a:t>
            </a:r>
            <a:r>
              <a:rPr spc="-100" dirty="0"/>
              <a:t> </a:t>
            </a:r>
            <a:r>
              <a:rPr spc="480" dirty="0"/>
              <a:t>s </a:t>
            </a:r>
            <a:r>
              <a:rPr spc="-140" dirty="0"/>
              <a:t>Intelligent</a:t>
            </a:r>
            <a:r>
              <a:rPr spc="-170" dirty="0"/>
              <a:t> </a:t>
            </a:r>
            <a:r>
              <a:rPr spc="-10" dirty="0"/>
              <a:t>Topic </a:t>
            </a:r>
            <a:r>
              <a:rPr spc="-60" dirty="0"/>
              <a:t>Segmentation</a:t>
            </a:r>
            <a:r>
              <a:rPr spc="-130" dirty="0"/>
              <a:t> </a:t>
            </a:r>
            <a:r>
              <a:rPr spc="-10" dirty="0"/>
              <a:t>System</a:t>
            </a:r>
            <a:endParaRPr spc="-10" dirty="0"/>
          </a:p>
        </p:txBody>
      </p:sp>
      <p:sp>
        <p:nvSpPr>
          <p:cNvPr id="7" name="object 7"/>
          <p:cNvSpPr txBox="1"/>
          <p:nvPr/>
        </p:nvSpPr>
        <p:spPr>
          <a:xfrm>
            <a:off x="587375" y="4292600"/>
            <a:ext cx="5128895" cy="2311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350" spc="-40" dirty="0">
                <a:solidFill>
                  <a:srgbClr val="E5E0DF"/>
                </a:solidFill>
                <a:latin typeface="Verdana" panose="020B0604030504040204"/>
                <a:cs typeface="Verdana" panose="020B0604030504040204"/>
              </a:rPr>
              <a:t>Presented</a:t>
            </a:r>
            <a:r>
              <a:rPr sz="1350" spc="-70" dirty="0">
                <a:solidFill>
                  <a:srgbClr val="E5E0DF"/>
                </a:solidFill>
                <a:latin typeface="Verdana" panose="020B0604030504040204"/>
                <a:cs typeface="Verdana" panose="020B0604030504040204"/>
              </a:rPr>
              <a:t> </a:t>
            </a:r>
            <a:r>
              <a:rPr sz="1350" spc="-110" dirty="0">
                <a:solidFill>
                  <a:srgbClr val="E5E0DF"/>
                </a:solidFill>
                <a:latin typeface="Verdana" panose="020B0604030504040204"/>
                <a:cs typeface="Verdana" panose="020B0604030504040204"/>
              </a:rPr>
              <a:t>by:</a:t>
            </a:r>
            <a:r>
              <a:rPr sz="1350" spc="-65" dirty="0">
                <a:solidFill>
                  <a:srgbClr val="E5E0DF"/>
                </a:solidFill>
                <a:latin typeface="Verdana" panose="020B0604030504040204"/>
                <a:cs typeface="Verdana" panose="020B0604030504040204"/>
              </a:rPr>
              <a:t> </a:t>
            </a:r>
            <a:r>
              <a:rPr sz="1350" spc="-40" dirty="0">
                <a:solidFill>
                  <a:srgbClr val="E5E0DF"/>
                </a:solidFill>
                <a:latin typeface="Verdana" panose="020B0604030504040204"/>
                <a:cs typeface="Verdana" panose="020B0604030504040204"/>
              </a:rPr>
              <a:t>Mydhili</a:t>
            </a:r>
            <a:r>
              <a:rPr sz="1350" spc="-70" dirty="0">
                <a:solidFill>
                  <a:srgbClr val="E5E0DF"/>
                </a:solidFill>
                <a:latin typeface="Verdana" panose="020B0604030504040204"/>
                <a:cs typeface="Verdana" panose="020B0604030504040204"/>
              </a:rPr>
              <a:t> </a:t>
            </a:r>
            <a:r>
              <a:rPr sz="1350" spc="-45" dirty="0">
                <a:solidFill>
                  <a:srgbClr val="E5E0DF"/>
                </a:solidFill>
                <a:latin typeface="Verdana" panose="020B0604030504040204"/>
                <a:cs typeface="Verdana" panose="020B0604030504040204"/>
              </a:rPr>
              <a:t>Alladi</a:t>
            </a:r>
            <a:r>
              <a:rPr sz="1350" spc="-65" dirty="0">
                <a:solidFill>
                  <a:srgbClr val="E5E0DF"/>
                </a:solidFill>
                <a:latin typeface="Verdana" panose="020B0604030504040204"/>
                <a:cs typeface="Verdana" panose="020B0604030504040204"/>
              </a:rPr>
              <a:t> </a:t>
            </a:r>
            <a:r>
              <a:rPr sz="1350" spc="-175" dirty="0">
                <a:solidFill>
                  <a:srgbClr val="E5E0DF"/>
                </a:solidFill>
                <a:latin typeface="Verdana" panose="020B0604030504040204"/>
                <a:cs typeface="Verdana" panose="020B0604030504040204"/>
              </a:rPr>
              <a:t>|</a:t>
            </a:r>
            <a:r>
              <a:rPr sz="1350" spc="-65" dirty="0">
                <a:solidFill>
                  <a:srgbClr val="E5E0DF"/>
                </a:solidFill>
                <a:latin typeface="Verdana" panose="020B0604030504040204"/>
                <a:cs typeface="Verdana" panose="020B0604030504040204"/>
              </a:rPr>
              <a:t> </a:t>
            </a:r>
            <a:r>
              <a:rPr sz="1350" spc="-55" dirty="0">
                <a:solidFill>
                  <a:srgbClr val="E5E0DF"/>
                </a:solidFill>
                <a:latin typeface="Verdana" panose="020B0604030504040204"/>
                <a:cs typeface="Verdana" panose="020B0604030504040204"/>
              </a:rPr>
              <a:t>Infosys</a:t>
            </a:r>
            <a:r>
              <a:rPr sz="1350" spc="-60" dirty="0">
                <a:solidFill>
                  <a:srgbClr val="E5E0DF"/>
                </a:solidFill>
                <a:latin typeface="Verdana" panose="020B0604030504040204"/>
                <a:cs typeface="Verdana" panose="020B0604030504040204"/>
              </a:rPr>
              <a:t> </a:t>
            </a:r>
            <a:r>
              <a:rPr sz="1350" spc="-45" dirty="0">
                <a:solidFill>
                  <a:srgbClr val="E5E0DF"/>
                </a:solidFill>
                <a:latin typeface="Verdana" panose="020B0604030504040204"/>
                <a:cs typeface="Verdana" panose="020B0604030504040204"/>
              </a:rPr>
              <a:t>Springboard</a:t>
            </a:r>
            <a:r>
              <a:rPr sz="1350" spc="-70" dirty="0">
                <a:solidFill>
                  <a:srgbClr val="E5E0DF"/>
                </a:solidFill>
                <a:latin typeface="Verdana" panose="020B0604030504040204"/>
                <a:cs typeface="Verdana" panose="020B0604030504040204"/>
              </a:rPr>
              <a:t> 6.0(Batch</a:t>
            </a:r>
            <a:r>
              <a:rPr sz="1350" spc="-65" dirty="0">
                <a:solidFill>
                  <a:srgbClr val="E5E0DF"/>
                </a:solidFill>
                <a:latin typeface="Verdana" panose="020B0604030504040204"/>
                <a:cs typeface="Verdana" panose="020B0604030504040204"/>
              </a:rPr>
              <a:t> </a:t>
            </a:r>
            <a:r>
              <a:rPr sz="1350" spc="-114" dirty="0">
                <a:solidFill>
                  <a:srgbClr val="E5E0DF"/>
                </a:solidFill>
                <a:latin typeface="Verdana" panose="020B0604030504040204"/>
                <a:cs typeface="Verdana" panose="020B0604030504040204"/>
              </a:rPr>
              <a:t>11)</a:t>
            </a:r>
            <a:endParaRPr sz="1350">
              <a:latin typeface="Verdana" panose="020B0604030504040204"/>
              <a:cs typeface="Verdana" panose="020B0604030504040204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1" cstate="print"/>
          <a:stretch>
            <a:fillRect/>
          </a:stretch>
        </p:blipFill>
        <p:spPr>
          <a:xfrm>
            <a:off x="0" y="0"/>
            <a:ext cx="11430000" cy="6439153"/>
          </a:xfrm>
          <a:prstGeom prst="rect">
            <a:avLst/>
          </a:prstGeom>
        </p:spPr>
      </p:pic>
      <p:sp>
        <p:nvSpPr>
          <p:cNvPr id="3" name="object 3"/>
          <p:cNvSpPr/>
          <p:nvPr/>
        </p:nvSpPr>
        <p:spPr>
          <a:xfrm>
            <a:off x="0" y="0"/>
            <a:ext cx="11430000" cy="6438900"/>
          </a:xfrm>
          <a:custGeom>
            <a:avLst/>
            <a:gdLst/>
            <a:ahLst/>
            <a:cxnLst/>
            <a:rect l="l" t="t" r="r" b="b"/>
            <a:pathLst>
              <a:path w="11430000" h="6438900">
                <a:moveTo>
                  <a:pt x="11430000" y="0"/>
                </a:moveTo>
                <a:lnTo>
                  <a:pt x="0" y="0"/>
                </a:lnTo>
                <a:lnTo>
                  <a:pt x="0" y="6438900"/>
                </a:lnTo>
                <a:lnTo>
                  <a:pt x="11430000" y="6438900"/>
                </a:lnTo>
                <a:lnTo>
                  <a:pt x="11430000" y="0"/>
                </a:lnTo>
                <a:close/>
              </a:path>
            </a:pathLst>
          </a:custGeom>
          <a:solidFill>
            <a:srgbClr val="040404">
              <a:alpha val="79998"/>
            </a:srgbClr>
          </a:solidFill>
        </p:spPr>
        <p:txBody>
          <a:bodyPr wrap="square" lIns="0" tIns="0" rIns="0" bIns="0" rtlCol="0"/>
          <a:lstStyle/>
          <a:p/>
        </p:txBody>
      </p:sp>
      <p:sp>
        <p:nvSpPr>
          <p:cNvPr id="4" name="object 4"/>
          <p:cNvSpPr txBox="1">
            <a:spLocks noGrp="1"/>
          </p:cNvSpPr>
          <p:nvPr>
            <p:ph type="title"/>
          </p:nvPr>
        </p:nvSpPr>
        <p:spPr>
          <a:xfrm>
            <a:off x="587375" y="1368425"/>
            <a:ext cx="4031615" cy="53975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pc="-65" dirty="0"/>
              <a:t>Problem</a:t>
            </a:r>
            <a:r>
              <a:rPr spc="-140" dirty="0"/>
              <a:t> </a:t>
            </a:r>
            <a:r>
              <a:rPr spc="-55" dirty="0"/>
              <a:t>Statement</a:t>
            </a:r>
            <a:endParaRPr spc="-55" dirty="0"/>
          </a:p>
        </p:txBody>
      </p:sp>
      <p:sp>
        <p:nvSpPr>
          <p:cNvPr id="5" name="object 5"/>
          <p:cNvSpPr/>
          <p:nvPr/>
        </p:nvSpPr>
        <p:spPr>
          <a:xfrm>
            <a:off x="625872" y="2464202"/>
            <a:ext cx="5019675" cy="1085850"/>
          </a:xfrm>
          <a:custGeom>
            <a:avLst/>
            <a:gdLst/>
            <a:ahLst/>
            <a:cxnLst/>
            <a:rect l="l" t="t" r="r" b="b"/>
            <a:pathLst>
              <a:path w="5019675" h="1085850">
                <a:moveTo>
                  <a:pt x="0" y="935178"/>
                </a:moveTo>
                <a:lnTo>
                  <a:pt x="18891" y="978551"/>
                </a:lnTo>
                <a:lnTo>
                  <a:pt x="43378" y="1012714"/>
                </a:lnTo>
                <a:lnTo>
                  <a:pt x="74056" y="1041454"/>
                </a:lnTo>
                <a:lnTo>
                  <a:pt x="109749" y="1063654"/>
                </a:lnTo>
                <a:lnTo>
                  <a:pt x="149095" y="1078449"/>
                </a:lnTo>
                <a:lnTo>
                  <a:pt x="190568" y="1085295"/>
                </a:lnTo>
                <a:lnTo>
                  <a:pt x="197569" y="1085650"/>
                </a:lnTo>
                <a:lnTo>
                  <a:pt x="4812178" y="1085650"/>
                </a:lnTo>
                <a:lnTo>
                  <a:pt x="4853860" y="1080151"/>
                </a:lnTo>
                <a:lnTo>
                  <a:pt x="4893661" y="1066651"/>
                </a:lnTo>
                <a:lnTo>
                  <a:pt x="4906732" y="1060047"/>
                </a:lnTo>
                <a:lnTo>
                  <a:pt x="188515" y="1060047"/>
                </a:lnTo>
                <a:lnTo>
                  <a:pt x="178455" y="1059802"/>
                </a:lnTo>
                <a:lnTo>
                  <a:pt x="138743" y="1053910"/>
                </a:lnTo>
                <a:lnTo>
                  <a:pt x="100947" y="1040377"/>
                </a:lnTo>
                <a:lnTo>
                  <a:pt x="66511" y="1019737"/>
                </a:lnTo>
                <a:lnTo>
                  <a:pt x="36769" y="992776"/>
                </a:lnTo>
                <a:lnTo>
                  <a:pt x="12855" y="960533"/>
                </a:lnTo>
                <a:lnTo>
                  <a:pt x="3391" y="942830"/>
                </a:lnTo>
                <a:lnTo>
                  <a:pt x="0" y="935178"/>
                </a:lnTo>
                <a:close/>
              </a:path>
              <a:path w="5019675" h="1085850">
                <a:moveTo>
                  <a:pt x="4869029" y="0"/>
                </a:moveTo>
                <a:lnTo>
                  <a:pt x="4902869" y="18241"/>
                </a:lnTo>
                <a:lnTo>
                  <a:pt x="4933895" y="43704"/>
                </a:lnTo>
                <a:lnTo>
                  <a:pt x="4959359" y="74730"/>
                </a:lnTo>
                <a:lnTo>
                  <a:pt x="4978294" y="110138"/>
                </a:lnTo>
                <a:lnTo>
                  <a:pt x="4989940" y="148555"/>
                </a:lnTo>
                <a:lnTo>
                  <a:pt x="4993877" y="188510"/>
                </a:lnTo>
                <a:lnTo>
                  <a:pt x="4993877" y="855260"/>
                </a:lnTo>
                <a:lnTo>
                  <a:pt x="4989940" y="895214"/>
                </a:lnTo>
                <a:lnTo>
                  <a:pt x="4978294" y="933631"/>
                </a:lnTo>
                <a:lnTo>
                  <a:pt x="4959359" y="969039"/>
                </a:lnTo>
                <a:lnTo>
                  <a:pt x="4933895" y="1000065"/>
                </a:lnTo>
                <a:lnTo>
                  <a:pt x="4902869" y="1025528"/>
                </a:lnTo>
                <a:lnTo>
                  <a:pt x="4867461" y="1044451"/>
                </a:lnTo>
                <a:lnTo>
                  <a:pt x="4829044" y="1056110"/>
                </a:lnTo>
                <a:lnTo>
                  <a:pt x="4789090" y="1060047"/>
                </a:lnTo>
                <a:lnTo>
                  <a:pt x="4906732" y="1060047"/>
                </a:lnTo>
                <a:lnTo>
                  <a:pt x="4946544" y="1032539"/>
                </a:lnTo>
                <a:lnTo>
                  <a:pt x="4975284" y="1001868"/>
                </a:lnTo>
                <a:lnTo>
                  <a:pt x="4997484" y="966169"/>
                </a:lnTo>
                <a:lnTo>
                  <a:pt x="5012279" y="926824"/>
                </a:lnTo>
                <a:lnTo>
                  <a:pt x="5019137" y="885359"/>
                </a:lnTo>
                <a:lnTo>
                  <a:pt x="5019480" y="878348"/>
                </a:lnTo>
                <a:lnTo>
                  <a:pt x="5019480" y="197565"/>
                </a:lnTo>
                <a:lnTo>
                  <a:pt x="5013994" y="155883"/>
                </a:lnTo>
                <a:lnTo>
                  <a:pt x="5000481" y="116081"/>
                </a:lnTo>
                <a:lnTo>
                  <a:pt x="4979450" y="79683"/>
                </a:lnTo>
                <a:lnTo>
                  <a:pt x="4951739" y="48073"/>
                </a:lnTo>
                <a:lnTo>
                  <a:pt x="4918388" y="22482"/>
                </a:lnTo>
                <a:lnTo>
                  <a:pt x="4880695" y="3902"/>
                </a:lnTo>
                <a:lnTo>
                  <a:pt x="4874091" y="1540"/>
                </a:lnTo>
                <a:lnTo>
                  <a:pt x="4869029" y="0"/>
                </a:lnTo>
                <a:close/>
              </a:path>
            </a:pathLst>
          </a:custGeom>
          <a:solidFill>
            <a:srgbClr val="FFFFFF">
              <a:alpha val="25099"/>
            </a:srgbClr>
          </a:solidFill>
        </p:spPr>
        <p:txBody>
          <a:bodyPr wrap="square" lIns="0" tIns="0" rIns="0" bIns="0" rtlCol="0"/>
          <a:lstStyle/>
          <a:p/>
        </p:txBody>
      </p:sp>
      <p:grpSp>
        <p:nvGrpSpPr>
          <p:cNvPr id="6" name="object 6"/>
          <p:cNvGrpSpPr/>
          <p:nvPr/>
        </p:nvGrpSpPr>
        <p:grpSpPr>
          <a:xfrm>
            <a:off x="600074" y="2438400"/>
            <a:ext cx="5029200" cy="1095375"/>
            <a:chOff x="600074" y="2438400"/>
            <a:chExt cx="5029200" cy="1095375"/>
          </a:xfrm>
        </p:grpSpPr>
        <p:sp>
          <p:nvSpPr>
            <p:cNvPr id="7" name="object 7"/>
            <p:cNvSpPr/>
            <p:nvPr/>
          </p:nvSpPr>
          <p:spPr>
            <a:xfrm>
              <a:off x="600074" y="2438400"/>
              <a:ext cx="5029200" cy="1095375"/>
            </a:xfrm>
            <a:custGeom>
              <a:avLst/>
              <a:gdLst/>
              <a:ahLst/>
              <a:cxnLst/>
              <a:rect l="l" t="t" r="r" b="b"/>
              <a:pathLst>
                <a:path w="5029200" h="1095375">
                  <a:moveTo>
                    <a:pt x="4814887" y="0"/>
                  </a:moveTo>
                  <a:lnTo>
                    <a:pt x="214312" y="0"/>
                  </a:lnTo>
                  <a:lnTo>
                    <a:pt x="203782" y="257"/>
                  </a:lnTo>
                  <a:lnTo>
                    <a:pt x="162225" y="6421"/>
                  </a:lnTo>
                  <a:lnTo>
                    <a:pt x="122669" y="20579"/>
                  </a:lnTo>
                  <a:lnTo>
                    <a:pt x="86635" y="42178"/>
                  </a:lnTo>
                  <a:lnTo>
                    <a:pt x="55507" y="70400"/>
                  </a:lnTo>
                  <a:lnTo>
                    <a:pt x="30482" y="104144"/>
                  </a:lnTo>
                  <a:lnTo>
                    <a:pt x="12521" y="142123"/>
                  </a:lnTo>
                  <a:lnTo>
                    <a:pt x="2316" y="182881"/>
                  </a:lnTo>
                  <a:lnTo>
                    <a:pt x="0" y="214312"/>
                  </a:lnTo>
                  <a:lnTo>
                    <a:pt x="0" y="881062"/>
                  </a:lnTo>
                  <a:lnTo>
                    <a:pt x="4117" y="922870"/>
                  </a:lnTo>
                  <a:lnTo>
                    <a:pt x="16311" y="963079"/>
                  </a:lnTo>
                  <a:lnTo>
                    <a:pt x="36116" y="1000124"/>
                  </a:lnTo>
                  <a:lnTo>
                    <a:pt x="62771" y="1032598"/>
                  </a:lnTo>
                  <a:lnTo>
                    <a:pt x="95244" y="1059256"/>
                  </a:lnTo>
                  <a:lnTo>
                    <a:pt x="132298" y="1079055"/>
                  </a:lnTo>
                  <a:lnTo>
                    <a:pt x="172501" y="1091260"/>
                  </a:lnTo>
                  <a:lnTo>
                    <a:pt x="214312" y="1095374"/>
                  </a:lnTo>
                  <a:lnTo>
                    <a:pt x="4814887" y="1095374"/>
                  </a:lnTo>
                  <a:lnTo>
                    <a:pt x="4856695" y="1091260"/>
                  </a:lnTo>
                  <a:lnTo>
                    <a:pt x="4896903" y="1079055"/>
                  </a:lnTo>
                  <a:lnTo>
                    <a:pt x="4933949" y="1059256"/>
                  </a:lnTo>
                  <a:lnTo>
                    <a:pt x="4966423" y="1032598"/>
                  </a:lnTo>
                  <a:lnTo>
                    <a:pt x="4993080" y="1000124"/>
                  </a:lnTo>
                  <a:lnTo>
                    <a:pt x="5012880" y="963079"/>
                  </a:lnTo>
                  <a:lnTo>
                    <a:pt x="5025084" y="922870"/>
                  </a:lnTo>
                  <a:lnTo>
                    <a:pt x="5029199" y="881062"/>
                  </a:lnTo>
                  <a:lnTo>
                    <a:pt x="5029199" y="214312"/>
                  </a:lnTo>
                  <a:lnTo>
                    <a:pt x="5025084" y="172504"/>
                  </a:lnTo>
                  <a:lnTo>
                    <a:pt x="5012880" y="132295"/>
                  </a:lnTo>
                  <a:lnTo>
                    <a:pt x="4993080" y="95249"/>
                  </a:lnTo>
                  <a:lnTo>
                    <a:pt x="4966423" y="62776"/>
                  </a:lnTo>
                  <a:lnTo>
                    <a:pt x="4933949" y="36118"/>
                  </a:lnTo>
                  <a:lnTo>
                    <a:pt x="4896903" y="16306"/>
                  </a:lnTo>
                  <a:lnTo>
                    <a:pt x="4856695" y="4114"/>
                  </a:lnTo>
                  <a:lnTo>
                    <a:pt x="4814887" y="0"/>
                  </a:lnTo>
                  <a:close/>
                </a:path>
              </a:pathLst>
            </a:custGeom>
            <a:solidFill>
              <a:srgbClr val="040404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8" name="object 8"/>
            <p:cNvSpPr/>
            <p:nvPr/>
          </p:nvSpPr>
          <p:spPr>
            <a:xfrm>
              <a:off x="600062" y="2439047"/>
              <a:ext cx="5029200" cy="1094740"/>
            </a:xfrm>
            <a:custGeom>
              <a:avLst/>
              <a:gdLst/>
              <a:ahLst/>
              <a:cxnLst/>
              <a:rect l="l" t="t" r="r" b="b"/>
              <a:pathLst>
                <a:path w="5029200" h="1094739">
                  <a:moveTo>
                    <a:pt x="5029200" y="214630"/>
                  </a:moveTo>
                  <a:lnTo>
                    <a:pt x="5028971" y="204470"/>
                  </a:lnTo>
                  <a:lnTo>
                    <a:pt x="5028946" y="203200"/>
                  </a:lnTo>
                  <a:lnTo>
                    <a:pt x="5028171" y="193040"/>
                  </a:lnTo>
                  <a:lnTo>
                    <a:pt x="5019980" y="152400"/>
                  </a:lnTo>
                  <a:lnTo>
                    <a:pt x="5010150" y="126403"/>
                  </a:lnTo>
                  <a:lnTo>
                    <a:pt x="5010150" y="214630"/>
                  </a:lnTo>
                  <a:lnTo>
                    <a:pt x="5010150" y="881380"/>
                  </a:lnTo>
                  <a:lnTo>
                    <a:pt x="5006403" y="919480"/>
                  </a:lnTo>
                  <a:lnTo>
                    <a:pt x="4995291" y="956310"/>
                  </a:lnTo>
                  <a:lnTo>
                    <a:pt x="4991405" y="963930"/>
                  </a:lnTo>
                  <a:lnTo>
                    <a:pt x="4987099" y="972820"/>
                  </a:lnTo>
                  <a:lnTo>
                    <a:pt x="4965839" y="1004570"/>
                  </a:lnTo>
                  <a:lnTo>
                    <a:pt x="4952962" y="1018540"/>
                  </a:lnTo>
                  <a:lnTo>
                    <a:pt x="4946015" y="1026160"/>
                  </a:lnTo>
                  <a:lnTo>
                    <a:pt x="4938763" y="1032510"/>
                  </a:lnTo>
                  <a:lnTo>
                    <a:pt x="4931219" y="1037590"/>
                  </a:lnTo>
                  <a:lnTo>
                    <a:pt x="4923371" y="1043940"/>
                  </a:lnTo>
                  <a:lnTo>
                    <a:pt x="4915268" y="1049020"/>
                  </a:lnTo>
                  <a:lnTo>
                    <a:pt x="4906937" y="1052830"/>
                  </a:lnTo>
                  <a:lnTo>
                    <a:pt x="4898390" y="1057910"/>
                  </a:lnTo>
                  <a:lnTo>
                    <a:pt x="4880661" y="1065530"/>
                  </a:lnTo>
                  <a:lnTo>
                    <a:pt x="4852987" y="1073150"/>
                  </a:lnTo>
                  <a:lnTo>
                    <a:pt x="4834026" y="1075690"/>
                  </a:lnTo>
                  <a:lnTo>
                    <a:pt x="4824488" y="1075690"/>
                  </a:lnTo>
                  <a:lnTo>
                    <a:pt x="4814887" y="1076960"/>
                  </a:lnTo>
                  <a:lnTo>
                    <a:pt x="214312" y="1076960"/>
                  </a:lnTo>
                  <a:lnTo>
                    <a:pt x="204724" y="1075690"/>
                  </a:lnTo>
                  <a:lnTo>
                    <a:pt x="195173" y="1075690"/>
                  </a:lnTo>
                  <a:lnTo>
                    <a:pt x="176225" y="1073150"/>
                  </a:lnTo>
                  <a:lnTo>
                    <a:pt x="148551" y="1065530"/>
                  </a:lnTo>
                  <a:lnTo>
                    <a:pt x="130822" y="1057910"/>
                  </a:lnTo>
                  <a:lnTo>
                    <a:pt x="122275" y="1052830"/>
                  </a:lnTo>
                  <a:lnTo>
                    <a:pt x="113944" y="1049020"/>
                  </a:lnTo>
                  <a:lnTo>
                    <a:pt x="105841" y="1043940"/>
                  </a:lnTo>
                  <a:lnTo>
                    <a:pt x="97993" y="1037590"/>
                  </a:lnTo>
                  <a:lnTo>
                    <a:pt x="90449" y="1032510"/>
                  </a:lnTo>
                  <a:lnTo>
                    <a:pt x="83197" y="1026160"/>
                  </a:lnTo>
                  <a:lnTo>
                    <a:pt x="76250" y="1018540"/>
                  </a:lnTo>
                  <a:lnTo>
                    <a:pt x="69634" y="1012190"/>
                  </a:lnTo>
                  <a:lnTo>
                    <a:pt x="42113" y="972820"/>
                  </a:lnTo>
                  <a:lnTo>
                    <a:pt x="37807" y="963930"/>
                  </a:lnTo>
                  <a:lnTo>
                    <a:pt x="33921" y="956310"/>
                  </a:lnTo>
                  <a:lnTo>
                    <a:pt x="22809" y="919480"/>
                  </a:lnTo>
                  <a:lnTo>
                    <a:pt x="19380" y="891540"/>
                  </a:lnTo>
                  <a:lnTo>
                    <a:pt x="19291" y="890270"/>
                  </a:lnTo>
                  <a:lnTo>
                    <a:pt x="19050" y="881380"/>
                  </a:lnTo>
                  <a:lnTo>
                    <a:pt x="19050" y="214630"/>
                  </a:lnTo>
                  <a:lnTo>
                    <a:pt x="22809" y="176530"/>
                  </a:lnTo>
                  <a:lnTo>
                    <a:pt x="33921" y="139700"/>
                  </a:lnTo>
                  <a:lnTo>
                    <a:pt x="46824" y="114300"/>
                  </a:lnTo>
                  <a:lnTo>
                    <a:pt x="51955" y="105410"/>
                  </a:lnTo>
                  <a:lnTo>
                    <a:pt x="57492" y="97790"/>
                  </a:lnTo>
                  <a:lnTo>
                    <a:pt x="63373" y="90170"/>
                  </a:lnTo>
                  <a:lnTo>
                    <a:pt x="69634" y="83820"/>
                  </a:lnTo>
                  <a:lnTo>
                    <a:pt x="76250" y="76200"/>
                  </a:lnTo>
                  <a:lnTo>
                    <a:pt x="105841" y="52070"/>
                  </a:lnTo>
                  <a:lnTo>
                    <a:pt x="148551" y="30480"/>
                  </a:lnTo>
                  <a:lnTo>
                    <a:pt x="204724" y="19050"/>
                  </a:lnTo>
                  <a:lnTo>
                    <a:pt x="4824488" y="19050"/>
                  </a:lnTo>
                  <a:lnTo>
                    <a:pt x="4880661" y="30480"/>
                  </a:lnTo>
                  <a:lnTo>
                    <a:pt x="4915268" y="46990"/>
                  </a:lnTo>
                  <a:lnTo>
                    <a:pt x="4946015" y="69850"/>
                  </a:lnTo>
                  <a:lnTo>
                    <a:pt x="4959591" y="83820"/>
                  </a:lnTo>
                  <a:lnTo>
                    <a:pt x="4965839" y="90170"/>
                  </a:lnTo>
                  <a:lnTo>
                    <a:pt x="4971720" y="97790"/>
                  </a:lnTo>
                  <a:lnTo>
                    <a:pt x="4977244" y="105410"/>
                  </a:lnTo>
                  <a:lnTo>
                    <a:pt x="4982388" y="114300"/>
                  </a:lnTo>
                  <a:lnTo>
                    <a:pt x="4987099" y="121920"/>
                  </a:lnTo>
                  <a:lnTo>
                    <a:pt x="4999901" y="165328"/>
                  </a:lnTo>
                  <a:lnTo>
                    <a:pt x="5000625" y="180340"/>
                  </a:lnTo>
                  <a:lnTo>
                    <a:pt x="37058" y="180340"/>
                  </a:lnTo>
                  <a:lnTo>
                    <a:pt x="36982" y="180784"/>
                  </a:lnTo>
                  <a:lnTo>
                    <a:pt x="35953" y="189128"/>
                  </a:lnTo>
                  <a:lnTo>
                    <a:pt x="35331" y="197510"/>
                  </a:lnTo>
                  <a:lnTo>
                    <a:pt x="35128" y="205943"/>
                  </a:lnTo>
                  <a:lnTo>
                    <a:pt x="5009947" y="205943"/>
                  </a:lnTo>
                  <a:lnTo>
                    <a:pt x="5010150" y="214630"/>
                  </a:lnTo>
                  <a:lnTo>
                    <a:pt x="5010150" y="126403"/>
                  </a:lnTo>
                  <a:lnTo>
                    <a:pt x="5008613" y="123190"/>
                  </a:lnTo>
                  <a:lnTo>
                    <a:pt x="5003901" y="113030"/>
                  </a:lnTo>
                  <a:lnTo>
                    <a:pt x="4998720" y="104140"/>
                  </a:lnTo>
                  <a:lnTo>
                    <a:pt x="4993081" y="95250"/>
                  </a:lnTo>
                  <a:lnTo>
                    <a:pt x="4987023" y="86360"/>
                  </a:lnTo>
                  <a:lnTo>
                    <a:pt x="4980559" y="78740"/>
                  </a:lnTo>
                  <a:lnTo>
                    <a:pt x="4973701" y="69850"/>
                  </a:lnTo>
                  <a:lnTo>
                    <a:pt x="4966424" y="62230"/>
                  </a:lnTo>
                  <a:lnTo>
                    <a:pt x="4958804" y="55880"/>
                  </a:lnTo>
                  <a:lnTo>
                    <a:pt x="4950853" y="48260"/>
                  </a:lnTo>
                  <a:lnTo>
                    <a:pt x="4915916" y="25400"/>
                  </a:lnTo>
                  <a:lnTo>
                    <a:pt x="4877105" y="8890"/>
                  </a:lnTo>
                  <a:lnTo>
                    <a:pt x="4825416" y="0"/>
                  </a:lnTo>
                  <a:lnTo>
                    <a:pt x="203784" y="0"/>
                  </a:lnTo>
                  <a:lnTo>
                    <a:pt x="152107" y="8890"/>
                  </a:lnTo>
                  <a:lnTo>
                    <a:pt x="113296" y="25400"/>
                  </a:lnTo>
                  <a:lnTo>
                    <a:pt x="78359" y="48260"/>
                  </a:lnTo>
                  <a:lnTo>
                    <a:pt x="70408" y="55880"/>
                  </a:lnTo>
                  <a:lnTo>
                    <a:pt x="62776" y="62230"/>
                  </a:lnTo>
                  <a:lnTo>
                    <a:pt x="55511" y="69850"/>
                  </a:lnTo>
                  <a:lnTo>
                    <a:pt x="48653" y="78740"/>
                  </a:lnTo>
                  <a:lnTo>
                    <a:pt x="42189" y="86360"/>
                  </a:lnTo>
                  <a:lnTo>
                    <a:pt x="36118" y="95250"/>
                  </a:lnTo>
                  <a:lnTo>
                    <a:pt x="30492" y="104140"/>
                  </a:lnTo>
                  <a:lnTo>
                    <a:pt x="25311" y="113030"/>
                  </a:lnTo>
                  <a:lnTo>
                    <a:pt x="20586" y="123190"/>
                  </a:lnTo>
                  <a:lnTo>
                    <a:pt x="16319" y="132080"/>
                  </a:lnTo>
                  <a:lnTo>
                    <a:pt x="4127" y="172720"/>
                  </a:lnTo>
                  <a:lnTo>
                    <a:pt x="0" y="214630"/>
                  </a:lnTo>
                  <a:lnTo>
                    <a:pt x="0" y="881380"/>
                  </a:lnTo>
                  <a:lnTo>
                    <a:pt x="4127" y="923290"/>
                  </a:lnTo>
                  <a:lnTo>
                    <a:pt x="16319" y="962660"/>
                  </a:lnTo>
                  <a:lnTo>
                    <a:pt x="20586" y="972820"/>
                  </a:lnTo>
                  <a:lnTo>
                    <a:pt x="25311" y="981710"/>
                  </a:lnTo>
                  <a:lnTo>
                    <a:pt x="30492" y="990600"/>
                  </a:lnTo>
                  <a:lnTo>
                    <a:pt x="36118" y="1000760"/>
                  </a:lnTo>
                  <a:lnTo>
                    <a:pt x="42189" y="1008380"/>
                  </a:lnTo>
                  <a:lnTo>
                    <a:pt x="48653" y="1017270"/>
                  </a:lnTo>
                  <a:lnTo>
                    <a:pt x="55511" y="1024890"/>
                  </a:lnTo>
                  <a:lnTo>
                    <a:pt x="86639" y="1052830"/>
                  </a:lnTo>
                  <a:lnTo>
                    <a:pt x="104152" y="1064260"/>
                  </a:lnTo>
                  <a:lnTo>
                    <a:pt x="113296" y="1070610"/>
                  </a:lnTo>
                  <a:lnTo>
                    <a:pt x="122669" y="1074420"/>
                  </a:lnTo>
                  <a:lnTo>
                    <a:pt x="132308" y="1079500"/>
                  </a:lnTo>
                  <a:lnTo>
                    <a:pt x="142125" y="1083310"/>
                  </a:lnTo>
                  <a:lnTo>
                    <a:pt x="182880" y="1093470"/>
                  </a:lnTo>
                  <a:lnTo>
                    <a:pt x="193306" y="1094740"/>
                  </a:lnTo>
                  <a:lnTo>
                    <a:pt x="4835893" y="1094740"/>
                  </a:lnTo>
                  <a:lnTo>
                    <a:pt x="4846320" y="1093470"/>
                  </a:lnTo>
                  <a:lnTo>
                    <a:pt x="4887087" y="1083310"/>
                  </a:lnTo>
                  <a:lnTo>
                    <a:pt x="4896904" y="1079500"/>
                  </a:lnTo>
                  <a:lnTo>
                    <a:pt x="4901717" y="1076960"/>
                  </a:lnTo>
                  <a:lnTo>
                    <a:pt x="4906530" y="1074420"/>
                  </a:lnTo>
                  <a:lnTo>
                    <a:pt x="4915916" y="1070610"/>
                  </a:lnTo>
                  <a:lnTo>
                    <a:pt x="4925060" y="1064260"/>
                  </a:lnTo>
                  <a:lnTo>
                    <a:pt x="4933950" y="1059180"/>
                  </a:lnTo>
                  <a:lnTo>
                    <a:pt x="4966424" y="1032510"/>
                  </a:lnTo>
                  <a:lnTo>
                    <a:pt x="4987023" y="1008380"/>
                  </a:lnTo>
                  <a:lnTo>
                    <a:pt x="4993081" y="1000760"/>
                  </a:lnTo>
                  <a:lnTo>
                    <a:pt x="4998720" y="990600"/>
                  </a:lnTo>
                  <a:lnTo>
                    <a:pt x="5003901" y="981710"/>
                  </a:lnTo>
                  <a:lnTo>
                    <a:pt x="5008613" y="972820"/>
                  </a:lnTo>
                  <a:lnTo>
                    <a:pt x="5012880" y="962660"/>
                  </a:lnTo>
                  <a:lnTo>
                    <a:pt x="5016678" y="953770"/>
                  </a:lnTo>
                  <a:lnTo>
                    <a:pt x="5019980" y="943610"/>
                  </a:lnTo>
                  <a:lnTo>
                    <a:pt x="5028171" y="901700"/>
                  </a:lnTo>
                  <a:lnTo>
                    <a:pt x="5029200" y="881380"/>
                  </a:lnTo>
                  <a:lnTo>
                    <a:pt x="5029200" y="214630"/>
                  </a:lnTo>
                  <a:close/>
                </a:path>
              </a:pathLst>
            </a:custGeom>
            <a:solidFill>
              <a:srgbClr val="FFFFFF">
                <a:alpha val="25099"/>
              </a:srgbClr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9" name="object 9"/>
            <p:cNvSpPr/>
            <p:nvPr/>
          </p:nvSpPr>
          <p:spPr>
            <a:xfrm>
              <a:off x="619124" y="2457450"/>
              <a:ext cx="4991100" cy="171450"/>
            </a:xfrm>
            <a:custGeom>
              <a:avLst/>
              <a:gdLst/>
              <a:ahLst/>
              <a:cxnLst/>
              <a:rect l="l" t="t" r="r" b="b"/>
              <a:pathLst>
                <a:path w="4991100" h="171450">
                  <a:moveTo>
                    <a:pt x="4819649" y="0"/>
                  </a:moveTo>
                  <a:lnTo>
                    <a:pt x="171449" y="0"/>
                  </a:lnTo>
                  <a:lnTo>
                    <a:pt x="154560" y="816"/>
                  </a:lnTo>
                  <a:lnTo>
                    <a:pt x="105836" y="13042"/>
                  </a:lnTo>
                  <a:lnTo>
                    <a:pt x="62734" y="38849"/>
                  </a:lnTo>
                  <a:lnTo>
                    <a:pt x="28869" y="76180"/>
                  </a:lnTo>
                  <a:lnTo>
                    <a:pt x="7341" y="121758"/>
                  </a:lnTo>
                  <a:lnTo>
                    <a:pt x="0" y="171449"/>
                  </a:lnTo>
                  <a:lnTo>
                    <a:pt x="4991099" y="171449"/>
                  </a:lnTo>
                  <a:lnTo>
                    <a:pt x="4983754" y="121758"/>
                  </a:lnTo>
                  <a:lnTo>
                    <a:pt x="4962230" y="76180"/>
                  </a:lnTo>
                  <a:lnTo>
                    <a:pt x="4928363" y="38849"/>
                  </a:lnTo>
                  <a:lnTo>
                    <a:pt x="4885257" y="13042"/>
                  </a:lnTo>
                  <a:lnTo>
                    <a:pt x="4836537" y="816"/>
                  </a:lnTo>
                  <a:lnTo>
                    <a:pt x="4819649" y="0"/>
                  </a:lnTo>
                  <a:close/>
                </a:path>
              </a:pathLst>
            </a:custGeom>
            <a:solidFill>
              <a:srgbClr val="232323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0" name="object 10"/>
            <p:cNvSpPr/>
            <p:nvPr/>
          </p:nvSpPr>
          <p:spPr>
            <a:xfrm>
              <a:off x="619506" y="2610116"/>
              <a:ext cx="4990465" cy="19050"/>
            </a:xfrm>
            <a:custGeom>
              <a:avLst/>
              <a:gdLst/>
              <a:ahLst/>
              <a:cxnLst/>
              <a:rect l="l" t="t" r="r" b="b"/>
              <a:pathLst>
                <a:path w="4990465" h="19050">
                  <a:moveTo>
                    <a:pt x="4990325" y="2540"/>
                  </a:moveTo>
                  <a:lnTo>
                    <a:pt x="4989804" y="2540"/>
                  </a:lnTo>
                  <a:lnTo>
                    <a:pt x="4989804" y="0"/>
                  </a:lnTo>
                  <a:lnTo>
                    <a:pt x="520" y="0"/>
                  </a:lnTo>
                  <a:lnTo>
                    <a:pt x="520" y="2540"/>
                  </a:lnTo>
                  <a:lnTo>
                    <a:pt x="0" y="2540"/>
                  </a:lnTo>
                  <a:lnTo>
                    <a:pt x="0" y="19050"/>
                  </a:lnTo>
                  <a:lnTo>
                    <a:pt x="4990325" y="19050"/>
                  </a:lnTo>
                  <a:lnTo>
                    <a:pt x="4990325" y="2540"/>
                  </a:lnTo>
                  <a:close/>
                </a:path>
              </a:pathLst>
            </a:custGeom>
            <a:solidFill>
              <a:srgbClr val="FFFFFF">
                <a:alpha val="25099"/>
              </a:srgbClr>
            </a:solidFill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11" name="object 11"/>
          <p:cNvSpPr txBox="1"/>
          <p:nvPr/>
        </p:nvSpPr>
        <p:spPr>
          <a:xfrm>
            <a:off x="777875" y="2763837"/>
            <a:ext cx="4300220" cy="57785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 marR="5080">
              <a:lnSpc>
                <a:spcPct val="110000"/>
              </a:lnSpc>
              <a:spcBef>
                <a:spcPts val="90"/>
              </a:spcBef>
            </a:pPr>
            <a:r>
              <a:rPr sz="1650" b="1" dirty="0">
                <a:solidFill>
                  <a:srgbClr val="E5E0DF"/>
                </a:solidFill>
                <a:latin typeface="Tahoma" panose="020B0604030504040204"/>
                <a:cs typeface="Tahoma" panose="020B0604030504040204"/>
              </a:rPr>
              <a:t>Long-</a:t>
            </a:r>
            <a:r>
              <a:rPr sz="1650" b="1" spc="-20" dirty="0">
                <a:solidFill>
                  <a:srgbClr val="E5E0DF"/>
                </a:solidFill>
                <a:latin typeface="Tahoma" panose="020B0604030504040204"/>
                <a:cs typeface="Tahoma" panose="020B0604030504040204"/>
              </a:rPr>
              <a:t>form</a:t>
            </a:r>
            <a:r>
              <a:rPr sz="1650" b="1" spc="85" dirty="0">
                <a:solidFill>
                  <a:srgbClr val="E5E0DF"/>
                </a:solidFill>
                <a:latin typeface="Tahoma" panose="020B0604030504040204"/>
                <a:cs typeface="Tahoma" panose="020B0604030504040204"/>
              </a:rPr>
              <a:t> </a:t>
            </a:r>
            <a:r>
              <a:rPr sz="1650" b="1" dirty="0">
                <a:solidFill>
                  <a:srgbClr val="E5E0DF"/>
                </a:solidFill>
                <a:latin typeface="Tahoma" panose="020B0604030504040204"/>
                <a:cs typeface="Tahoma" panose="020B0604030504040204"/>
              </a:rPr>
              <a:t>podcasts</a:t>
            </a:r>
            <a:r>
              <a:rPr sz="1650" b="1" spc="85" dirty="0">
                <a:solidFill>
                  <a:srgbClr val="E5E0DF"/>
                </a:solidFill>
                <a:latin typeface="Tahoma" panose="020B0604030504040204"/>
                <a:cs typeface="Tahoma" panose="020B0604030504040204"/>
              </a:rPr>
              <a:t> </a:t>
            </a:r>
            <a:r>
              <a:rPr sz="1650" b="1" dirty="0">
                <a:solidFill>
                  <a:srgbClr val="E5E0DF"/>
                </a:solidFill>
                <a:latin typeface="Tahoma" panose="020B0604030504040204"/>
                <a:cs typeface="Tahoma" panose="020B0604030504040204"/>
              </a:rPr>
              <a:t>and</a:t>
            </a:r>
            <a:r>
              <a:rPr sz="1650" b="1" spc="85" dirty="0">
                <a:solidFill>
                  <a:srgbClr val="E5E0DF"/>
                </a:solidFill>
                <a:latin typeface="Tahoma" panose="020B0604030504040204"/>
                <a:cs typeface="Tahoma" panose="020B0604030504040204"/>
              </a:rPr>
              <a:t> </a:t>
            </a:r>
            <a:r>
              <a:rPr sz="1650" b="1" dirty="0">
                <a:solidFill>
                  <a:srgbClr val="E5E0DF"/>
                </a:solidFill>
                <a:latin typeface="Tahoma" panose="020B0604030504040204"/>
                <a:cs typeface="Tahoma" panose="020B0604030504040204"/>
              </a:rPr>
              <a:t>discussions</a:t>
            </a:r>
            <a:r>
              <a:rPr sz="1650" b="1" spc="90" dirty="0">
                <a:solidFill>
                  <a:srgbClr val="E5E0DF"/>
                </a:solidFill>
                <a:latin typeface="Tahoma" panose="020B0604030504040204"/>
                <a:cs typeface="Tahoma" panose="020B0604030504040204"/>
              </a:rPr>
              <a:t> </a:t>
            </a:r>
            <a:r>
              <a:rPr sz="1650" b="1" spc="-25" dirty="0">
                <a:solidFill>
                  <a:srgbClr val="E5E0DF"/>
                </a:solidFill>
                <a:latin typeface="Tahoma" panose="020B0604030504040204"/>
                <a:cs typeface="Tahoma" panose="020B0604030504040204"/>
              </a:rPr>
              <a:t>are </a:t>
            </a:r>
            <a:r>
              <a:rPr sz="1650" b="1" dirty="0">
                <a:solidFill>
                  <a:srgbClr val="E5E0DF"/>
                </a:solidFill>
                <a:latin typeface="Tahoma" panose="020B0604030504040204"/>
                <a:cs typeface="Tahoma" panose="020B0604030504040204"/>
              </a:rPr>
              <a:t>difficult</a:t>
            </a:r>
            <a:r>
              <a:rPr sz="1650" b="1" spc="-55" dirty="0">
                <a:solidFill>
                  <a:srgbClr val="E5E0DF"/>
                </a:solidFill>
                <a:latin typeface="Tahoma" panose="020B0604030504040204"/>
                <a:cs typeface="Tahoma" panose="020B0604030504040204"/>
              </a:rPr>
              <a:t> </a:t>
            </a:r>
            <a:r>
              <a:rPr sz="1650" b="1" spc="-45" dirty="0">
                <a:solidFill>
                  <a:srgbClr val="E5E0DF"/>
                </a:solidFill>
                <a:latin typeface="Tahoma" panose="020B0604030504040204"/>
                <a:cs typeface="Tahoma" panose="020B0604030504040204"/>
              </a:rPr>
              <a:t>to</a:t>
            </a:r>
            <a:r>
              <a:rPr sz="1650" b="1" spc="-50" dirty="0">
                <a:solidFill>
                  <a:srgbClr val="E5E0DF"/>
                </a:solidFill>
                <a:latin typeface="Tahoma" panose="020B0604030504040204"/>
                <a:cs typeface="Tahoma" panose="020B0604030504040204"/>
              </a:rPr>
              <a:t> </a:t>
            </a:r>
            <a:r>
              <a:rPr sz="1650" b="1" dirty="0">
                <a:solidFill>
                  <a:srgbClr val="E5E0DF"/>
                </a:solidFill>
                <a:latin typeface="Tahoma" panose="020B0604030504040204"/>
                <a:cs typeface="Tahoma" panose="020B0604030504040204"/>
              </a:rPr>
              <a:t>search</a:t>
            </a:r>
            <a:r>
              <a:rPr sz="1650" b="1" spc="-50" dirty="0">
                <a:solidFill>
                  <a:srgbClr val="E5E0DF"/>
                </a:solidFill>
                <a:latin typeface="Tahoma" panose="020B0604030504040204"/>
                <a:cs typeface="Tahoma" panose="020B0604030504040204"/>
              </a:rPr>
              <a:t> </a:t>
            </a:r>
            <a:r>
              <a:rPr sz="1650" b="1" dirty="0">
                <a:solidFill>
                  <a:srgbClr val="E5E0DF"/>
                </a:solidFill>
                <a:latin typeface="Tahoma" panose="020B0604030504040204"/>
                <a:cs typeface="Tahoma" panose="020B0604030504040204"/>
              </a:rPr>
              <a:t>and</a:t>
            </a:r>
            <a:r>
              <a:rPr sz="1650" b="1" spc="-50" dirty="0">
                <a:solidFill>
                  <a:srgbClr val="E5E0DF"/>
                </a:solidFill>
                <a:latin typeface="Tahoma" panose="020B0604030504040204"/>
                <a:cs typeface="Tahoma" panose="020B0604030504040204"/>
              </a:rPr>
              <a:t> </a:t>
            </a:r>
            <a:r>
              <a:rPr sz="1650" b="1" spc="-10" dirty="0">
                <a:solidFill>
                  <a:srgbClr val="E5E0DF"/>
                </a:solidFill>
                <a:latin typeface="Tahoma" panose="020B0604030504040204"/>
                <a:cs typeface="Tahoma" panose="020B0604030504040204"/>
              </a:rPr>
              <a:t>analyze.</a:t>
            </a:r>
            <a:endParaRPr sz="1650">
              <a:latin typeface="Tahoma" panose="020B0604030504040204"/>
              <a:cs typeface="Tahoma" panose="020B0604030504040204"/>
            </a:endParaRPr>
          </a:p>
        </p:txBody>
      </p:sp>
      <p:grpSp>
        <p:nvGrpSpPr>
          <p:cNvPr id="12" name="object 12"/>
          <p:cNvGrpSpPr/>
          <p:nvPr/>
        </p:nvGrpSpPr>
        <p:grpSpPr>
          <a:xfrm>
            <a:off x="5800725" y="2181224"/>
            <a:ext cx="5045710" cy="1369060"/>
            <a:chOff x="5800725" y="2181224"/>
            <a:chExt cx="5045710" cy="1369060"/>
          </a:xfrm>
        </p:grpSpPr>
        <p:sp>
          <p:nvSpPr>
            <p:cNvPr id="13" name="object 13"/>
            <p:cNvSpPr/>
            <p:nvPr/>
          </p:nvSpPr>
          <p:spPr>
            <a:xfrm>
              <a:off x="5826527" y="2207027"/>
              <a:ext cx="5019675" cy="1343025"/>
            </a:xfrm>
            <a:custGeom>
              <a:avLst/>
              <a:gdLst/>
              <a:ahLst/>
              <a:cxnLst/>
              <a:rect l="l" t="t" r="r" b="b"/>
              <a:pathLst>
                <a:path w="5019675" h="1343025">
                  <a:moveTo>
                    <a:pt x="0" y="1192373"/>
                  </a:moveTo>
                  <a:lnTo>
                    <a:pt x="18888" y="1235726"/>
                  </a:lnTo>
                  <a:lnTo>
                    <a:pt x="43374" y="1269889"/>
                  </a:lnTo>
                  <a:lnTo>
                    <a:pt x="74057" y="1298629"/>
                  </a:lnTo>
                  <a:lnTo>
                    <a:pt x="109744" y="1320829"/>
                  </a:lnTo>
                  <a:lnTo>
                    <a:pt x="149089" y="1335624"/>
                  </a:lnTo>
                  <a:lnTo>
                    <a:pt x="190567" y="1342470"/>
                  </a:lnTo>
                  <a:lnTo>
                    <a:pt x="197565" y="1342825"/>
                  </a:lnTo>
                  <a:lnTo>
                    <a:pt x="4812173" y="1342825"/>
                  </a:lnTo>
                  <a:lnTo>
                    <a:pt x="4853854" y="1337326"/>
                  </a:lnTo>
                  <a:lnTo>
                    <a:pt x="4893656" y="1323826"/>
                  </a:lnTo>
                  <a:lnTo>
                    <a:pt x="4906727" y="1317222"/>
                  </a:lnTo>
                  <a:lnTo>
                    <a:pt x="188510" y="1317222"/>
                  </a:lnTo>
                  <a:lnTo>
                    <a:pt x="178448" y="1316977"/>
                  </a:lnTo>
                  <a:lnTo>
                    <a:pt x="138738" y="1311085"/>
                  </a:lnTo>
                  <a:lnTo>
                    <a:pt x="100939" y="1297552"/>
                  </a:lnTo>
                  <a:lnTo>
                    <a:pt x="66503" y="1276912"/>
                  </a:lnTo>
                  <a:lnTo>
                    <a:pt x="36763" y="1249951"/>
                  </a:lnTo>
                  <a:lnTo>
                    <a:pt x="12850" y="1217708"/>
                  </a:lnTo>
                  <a:lnTo>
                    <a:pt x="3382" y="1200005"/>
                  </a:lnTo>
                  <a:lnTo>
                    <a:pt x="0" y="1192373"/>
                  </a:lnTo>
                  <a:close/>
                </a:path>
                <a:path w="5019675" h="1343025">
                  <a:moveTo>
                    <a:pt x="4869023" y="0"/>
                  </a:moveTo>
                  <a:lnTo>
                    <a:pt x="4902864" y="18241"/>
                  </a:lnTo>
                  <a:lnTo>
                    <a:pt x="4933890" y="43704"/>
                  </a:lnTo>
                  <a:lnTo>
                    <a:pt x="4959353" y="74730"/>
                  </a:lnTo>
                  <a:lnTo>
                    <a:pt x="4978289" y="110138"/>
                  </a:lnTo>
                  <a:lnTo>
                    <a:pt x="4989935" y="148555"/>
                  </a:lnTo>
                  <a:lnTo>
                    <a:pt x="4993872" y="188510"/>
                  </a:lnTo>
                  <a:lnTo>
                    <a:pt x="4993872" y="1112435"/>
                  </a:lnTo>
                  <a:lnTo>
                    <a:pt x="4989935" y="1152389"/>
                  </a:lnTo>
                  <a:lnTo>
                    <a:pt x="4978276" y="1190806"/>
                  </a:lnTo>
                  <a:lnTo>
                    <a:pt x="4959353" y="1226214"/>
                  </a:lnTo>
                  <a:lnTo>
                    <a:pt x="4933890" y="1257240"/>
                  </a:lnTo>
                  <a:lnTo>
                    <a:pt x="4902864" y="1282703"/>
                  </a:lnTo>
                  <a:lnTo>
                    <a:pt x="4867456" y="1301626"/>
                  </a:lnTo>
                  <a:lnTo>
                    <a:pt x="4829039" y="1313285"/>
                  </a:lnTo>
                  <a:lnTo>
                    <a:pt x="4789084" y="1317222"/>
                  </a:lnTo>
                  <a:lnTo>
                    <a:pt x="4906727" y="1317222"/>
                  </a:lnTo>
                  <a:lnTo>
                    <a:pt x="4946539" y="1289714"/>
                  </a:lnTo>
                  <a:lnTo>
                    <a:pt x="4975279" y="1259043"/>
                  </a:lnTo>
                  <a:lnTo>
                    <a:pt x="4997479" y="1223344"/>
                  </a:lnTo>
                  <a:lnTo>
                    <a:pt x="5012287" y="1183999"/>
                  </a:lnTo>
                  <a:lnTo>
                    <a:pt x="5019132" y="1142534"/>
                  </a:lnTo>
                  <a:lnTo>
                    <a:pt x="5019475" y="1135523"/>
                  </a:lnTo>
                  <a:lnTo>
                    <a:pt x="5019475" y="197565"/>
                  </a:lnTo>
                  <a:lnTo>
                    <a:pt x="5013989" y="155883"/>
                  </a:lnTo>
                  <a:lnTo>
                    <a:pt x="5000476" y="116081"/>
                  </a:lnTo>
                  <a:lnTo>
                    <a:pt x="4979445" y="79683"/>
                  </a:lnTo>
                  <a:lnTo>
                    <a:pt x="4951733" y="48073"/>
                  </a:lnTo>
                  <a:lnTo>
                    <a:pt x="4918383" y="22482"/>
                  </a:lnTo>
                  <a:lnTo>
                    <a:pt x="4880689" y="3902"/>
                  </a:lnTo>
                  <a:lnTo>
                    <a:pt x="4874085" y="1540"/>
                  </a:lnTo>
                  <a:lnTo>
                    <a:pt x="4869023" y="0"/>
                  </a:lnTo>
                  <a:close/>
                </a:path>
              </a:pathLst>
            </a:custGeom>
            <a:solidFill>
              <a:srgbClr val="4D4D4D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4" name="object 14"/>
            <p:cNvSpPr/>
            <p:nvPr/>
          </p:nvSpPr>
          <p:spPr>
            <a:xfrm>
              <a:off x="5810250" y="2190749"/>
              <a:ext cx="5010150" cy="1333500"/>
            </a:xfrm>
            <a:custGeom>
              <a:avLst/>
              <a:gdLst/>
              <a:ahLst/>
              <a:cxnLst/>
              <a:rect l="l" t="t" r="r" b="b"/>
              <a:pathLst>
                <a:path w="5010150" h="1333500">
                  <a:moveTo>
                    <a:pt x="4812068" y="0"/>
                  </a:moveTo>
                  <a:lnTo>
                    <a:pt x="198081" y="0"/>
                  </a:lnTo>
                  <a:lnTo>
                    <a:pt x="191389" y="330"/>
                  </a:lnTo>
                  <a:lnTo>
                    <a:pt x="151765" y="6870"/>
                  </a:lnTo>
                  <a:lnTo>
                    <a:pt x="114160" y="21018"/>
                  </a:lnTo>
                  <a:lnTo>
                    <a:pt x="80060" y="42227"/>
                  </a:lnTo>
                  <a:lnTo>
                    <a:pt x="50736" y="69684"/>
                  </a:lnTo>
                  <a:lnTo>
                    <a:pt x="27343" y="102336"/>
                  </a:lnTo>
                  <a:lnTo>
                    <a:pt x="10769" y="138925"/>
                  </a:lnTo>
                  <a:lnTo>
                    <a:pt x="1638" y="178041"/>
                  </a:lnTo>
                  <a:lnTo>
                    <a:pt x="0" y="198081"/>
                  </a:lnTo>
                  <a:lnTo>
                    <a:pt x="0" y="1128712"/>
                  </a:lnTo>
                  <a:lnTo>
                    <a:pt x="0" y="1135418"/>
                  </a:lnTo>
                  <a:lnTo>
                    <a:pt x="5245" y="1175245"/>
                  </a:lnTo>
                  <a:lnTo>
                    <a:pt x="18161" y="1213281"/>
                  </a:lnTo>
                  <a:lnTo>
                    <a:pt x="38239" y="1248067"/>
                  </a:lnTo>
                  <a:lnTo>
                    <a:pt x="64719" y="1278255"/>
                  </a:lnTo>
                  <a:lnTo>
                    <a:pt x="96583" y="1302715"/>
                  </a:lnTo>
                  <a:lnTo>
                    <a:pt x="132613" y="1320482"/>
                  </a:lnTo>
                  <a:lnTo>
                    <a:pt x="171411" y="1330871"/>
                  </a:lnTo>
                  <a:lnTo>
                    <a:pt x="198081" y="1333500"/>
                  </a:lnTo>
                  <a:lnTo>
                    <a:pt x="4812068" y="1333500"/>
                  </a:lnTo>
                  <a:lnTo>
                    <a:pt x="4851895" y="1328254"/>
                  </a:lnTo>
                  <a:lnTo>
                    <a:pt x="4889931" y="1315339"/>
                  </a:lnTo>
                  <a:lnTo>
                    <a:pt x="4924717" y="1295260"/>
                  </a:lnTo>
                  <a:lnTo>
                    <a:pt x="4954905" y="1268780"/>
                  </a:lnTo>
                  <a:lnTo>
                    <a:pt x="4979365" y="1236903"/>
                  </a:lnTo>
                  <a:lnTo>
                    <a:pt x="4997132" y="1200886"/>
                  </a:lnTo>
                  <a:lnTo>
                    <a:pt x="5007521" y="1162088"/>
                  </a:lnTo>
                  <a:lnTo>
                    <a:pt x="5010150" y="1135418"/>
                  </a:lnTo>
                  <a:lnTo>
                    <a:pt x="5010150" y="198081"/>
                  </a:lnTo>
                  <a:lnTo>
                    <a:pt x="5004904" y="158254"/>
                  </a:lnTo>
                  <a:lnTo>
                    <a:pt x="4991989" y="120218"/>
                  </a:lnTo>
                  <a:lnTo>
                    <a:pt x="4971910" y="85432"/>
                  </a:lnTo>
                  <a:lnTo>
                    <a:pt x="4945430" y="55232"/>
                  </a:lnTo>
                  <a:lnTo>
                    <a:pt x="4913566" y="30784"/>
                  </a:lnTo>
                  <a:lnTo>
                    <a:pt x="4877536" y="13017"/>
                  </a:lnTo>
                  <a:lnTo>
                    <a:pt x="4838738" y="2628"/>
                  </a:lnTo>
                  <a:lnTo>
                    <a:pt x="4818761" y="330"/>
                  </a:lnTo>
                  <a:lnTo>
                    <a:pt x="4812068" y="0"/>
                  </a:lnTo>
                  <a:close/>
                </a:path>
              </a:pathLst>
            </a:custGeom>
            <a:solidFill>
              <a:srgbClr val="040404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5" name="object 15"/>
            <p:cNvSpPr/>
            <p:nvPr/>
          </p:nvSpPr>
          <p:spPr>
            <a:xfrm>
              <a:off x="5810250" y="2190749"/>
              <a:ext cx="5010150" cy="1333500"/>
            </a:xfrm>
            <a:custGeom>
              <a:avLst/>
              <a:gdLst/>
              <a:ahLst/>
              <a:cxnLst/>
              <a:rect l="l" t="t" r="r" b="b"/>
              <a:pathLst>
                <a:path w="5010150" h="1333500">
                  <a:moveTo>
                    <a:pt x="0" y="1128712"/>
                  </a:moveTo>
                  <a:lnTo>
                    <a:pt x="0" y="204787"/>
                  </a:lnTo>
                  <a:lnTo>
                    <a:pt x="0" y="198081"/>
                  </a:lnTo>
                  <a:lnTo>
                    <a:pt x="330" y="191389"/>
                  </a:lnTo>
                  <a:lnTo>
                    <a:pt x="990" y="184721"/>
                  </a:lnTo>
                  <a:lnTo>
                    <a:pt x="1638" y="178041"/>
                  </a:lnTo>
                  <a:lnTo>
                    <a:pt x="2628" y="171411"/>
                  </a:lnTo>
                  <a:lnTo>
                    <a:pt x="3937" y="164833"/>
                  </a:lnTo>
                  <a:lnTo>
                    <a:pt x="5245" y="158254"/>
                  </a:lnTo>
                  <a:lnTo>
                    <a:pt x="6870" y="151752"/>
                  </a:lnTo>
                  <a:lnTo>
                    <a:pt x="21018" y="114173"/>
                  </a:lnTo>
                  <a:lnTo>
                    <a:pt x="24180" y="108254"/>
                  </a:lnTo>
                  <a:lnTo>
                    <a:pt x="27343" y="102336"/>
                  </a:lnTo>
                  <a:lnTo>
                    <a:pt x="30784" y="96596"/>
                  </a:lnTo>
                  <a:lnTo>
                    <a:pt x="34518" y="91008"/>
                  </a:lnTo>
                  <a:lnTo>
                    <a:pt x="38239" y="85432"/>
                  </a:lnTo>
                  <a:lnTo>
                    <a:pt x="59982" y="59982"/>
                  </a:lnTo>
                  <a:lnTo>
                    <a:pt x="64719" y="55232"/>
                  </a:lnTo>
                  <a:lnTo>
                    <a:pt x="91008" y="34518"/>
                  </a:lnTo>
                  <a:lnTo>
                    <a:pt x="96583" y="30784"/>
                  </a:lnTo>
                  <a:lnTo>
                    <a:pt x="102336" y="27343"/>
                  </a:lnTo>
                  <a:lnTo>
                    <a:pt x="108254" y="24180"/>
                  </a:lnTo>
                  <a:lnTo>
                    <a:pt x="114160" y="21018"/>
                  </a:lnTo>
                  <a:lnTo>
                    <a:pt x="151765" y="6870"/>
                  </a:lnTo>
                  <a:lnTo>
                    <a:pt x="164833" y="3937"/>
                  </a:lnTo>
                  <a:lnTo>
                    <a:pt x="171411" y="2628"/>
                  </a:lnTo>
                  <a:lnTo>
                    <a:pt x="178041" y="1638"/>
                  </a:lnTo>
                  <a:lnTo>
                    <a:pt x="184721" y="977"/>
                  </a:lnTo>
                  <a:lnTo>
                    <a:pt x="191389" y="330"/>
                  </a:lnTo>
                  <a:lnTo>
                    <a:pt x="198081" y="0"/>
                  </a:lnTo>
                  <a:lnTo>
                    <a:pt x="204787" y="0"/>
                  </a:lnTo>
                  <a:lnTo>
                    <a:pt x="4805362" y="0"/>
                  </a:lnTo>
                  <a:lnTo>
                    <a:pt x="4812068" y="0"/>
                  </a:lnTo>
                  <a:lnTo>
                    <a:pt x="4818761" y="330"/>
                  </a:lnTo>
                  <a:lnTo>
                    <a:pt x="4825428" y="977"/>
                  </a:lnTo>
                  <a:lnTo>
                    <a:pt x="4832108" y="1638"/>
                  </a:lnTo>
                  <a:lnTo>
                    <a:pt x="4838738" y="2628"/>
                  </a:lnTo>
                  <a:lnTo>
                    <a:pt x="4845316" y="3937"/>
                  </a:lnTo>
                  <a:lnTo>
                    <a:pt x="4851895" y="5245"/>
                  </a:lnTo>
                  <a:lnTo>
                    <a:pt x="4883734" y="15582"/>
                  </a:lnTo>
                  <a:lnTo>
                    <a:pt x="4889931" y="18148"/>
                  </a:lnTo>
                  <a:lnTo>
                    <a:pt x="4895989" y="21018"/>
                  </a:lnTo>
                  <a:lnTo>
                    <a:pt x="4901895" y="24180"/>
                  </a:lnTo>
                  <a:lnTo>
                    <a:pt x="4907813" y="27343"/>
                  </a:lnTo>
                  <a:lnTo>
                    <a:pt x="4913566" y="30784"/>
                  </a:lnTo>
                  <a:lnTo>
                    <a:pt x="4919141" y="34518"/>
                  </a:lnTo>
                  <a:lnTo>
                    <a:pt x="4924717" y="38239"/>
                  </a:lnTo>
                  <a:lnTo>
                    <a:pt x="4950167" y="59982"/>
                  </a:lnTo>
                  <a:lnTo>
                    <a:pt x="4954905" y="64719"/>
                  </a:lnTo>
                  <a:lnTo>
                    <a:pt x="4975631" y="91008"/>
                  </a:lnTo>
                  <a:lnTo>
                    <a:pt x="4979365" y="96596"/>
                  </a:lnTo>
                  <a:lnTo>
                    <a:pt x="4982806" y="102336"/>
                  </a:lnTo>
                  <a:lnTo>
                    <a:pt x="4985969" y="108254"/>
                  </a:lnTo>
                  <a:lnTo>
                    <a:pt x="4989131" y="114173"/>
                  </a:lnTo>
                  <a:lnTo>
                    <a:pt x="4991989" y="120218"/>
                  </a:lnTo>
                  <a:lnTo>
                    <a:pt x="4994554" y="126415"/>
                  </a:lnTo>
                  <a:lnTo>
                    <a:pt x="4997132" y="132613"/>
                  </a:lnTo>
                  <a:lnTo>
                    <a:pt x="4999380" y="138925"/>
                  </a:lnTo>
                  <a:lnTo>
                    <a:pt x="5001323" y="145338"/>
                  </a:lnTo>
                  <a:lnTo>
                    <a:pt x="5003279" y="151752"/>
                  </a:lnTo>
                  <a:lnTo>
                    <a:pt x="5004904" y="158254"/>
                  </a:lnTo>
                  <a:lnTo>
                    <a:pt x="5006213" y="164833"/>
                  </a:lnTo>
                  <a:lnTo>
                    <a:pt x="5007521" y="171411"/>
                  </a:lnTo>
                  <a:lnTo>
                    <a:pt x="5008499" y="178041"/>
                  </a:lnTo>
                  <a:lnTo>
                    <a:pt x="5009159" y="184721"/>
                  </a:lnTo>
                  <a:lnTo>
                    <a:pt x="5009819" y="191389"/>
                  </a:lnTo>
                  <a:lnTo>
                    <a:pt x="5010150" y="198081"/>
                  </a:lnTo>
                  <a:lnTo>
                    <a:pt x="5010150" y="204787"/>
                  </a:lnTo>
                  <a:lnTo>
                    <a:pt x="5010150" y="1128712"/>
                  </a:lnTo>
                  <a:lnTo>
                    <a:pt x="5010150" y="1135418"/>
                  </a:lnTo>
                  <a:lnTo>
                    <a:pt x="5009819" y="1142111"/>
                  </a:lnTo>
                  <a:lnTo>
                    <a:pt x="5009159" y="1148791"/>
                  </a:lnTo>
                  <a:lnTo>
                    <a:pt x="5008499" y="1155458"/>
                  </a:lnTo>
                  <a:lnTo>
                    <a:pt x="5007521" y="1162088"/>
                  </a:lnTo>
                  <a:lnTo>
                    <a:pt x="5006213" y="1168666"/>
                  </a:lnTo>
                  <a:lnTo>
                    <a:pt x="5004904" y="1175245"/>
                  </a:lnTo>
                  <a:lnTo>
                    <a:pt x="5003279" y="1181735"/>
                  </a:lnTo>
                  <a:lnTo>
                    <a:pt x="5001323" y="1188161"/>
                  </a:lnTo>
                  <a:lnTo>
                    <a:pt x="4999380" y="1194574"/>
                  </a:lnTo>
                  <a:lnTo>
                    <a:pt x="4997132" y="1200886"/>
                  </a:lnTo>
                  <a:lnTo>
                    <a:pt x="4994554" y="1207084"/>
                  </a:lnTo>
                  <a:lnTo>
                    <a:pt x="4991989" y="1213281"/>
                  </a:lnTo>
                  <a:lnTo>
                    <a:pt x="4989131" y="1219339"/>
                  </a:lnTo>
                  <a:lnTo>
                    <a:pt x="4985969" y="1225245"/>
                  </a:lnTo>
                  <a:lnTo>
                    <a:pt x="4982806" y="1231163"/>
                  </a:lnTo>
                  <a:lnTo>
                    <a:pt x="4979365" y="1236903"/>
                  </a:lnTo>
                  <a:lnTo>
                    <a:pt x="4975631" y="1242491"/>
                  </a:lnTo>
                  <a:lnTo>
                    <a:pt x="4971910" y="1248067"/>
                  </a:lnTo>
                  <a:lnTo>
                    <a:pt x="4967922" y="1253439"/>
                  </a:lnTo>
                  <a:lnTo>
                    <a:pt x="4963668" y="1258620"/>
                  </a:lnTo>
                  <a:lnTo>
                    <a:pt x="4959413" y="1263815"/>
                  </a:lnTo>
                  <a:lnTo>
                    <a:pt x="4954905" y="1268780"/>
                  </a:lnTo>
                  <a:lnTo>
                    <a:pt x="4950167" y="1273517"/>
                  </a:lnTo>
                  <a:lnTo>
                    <a:pt x="4945430" y="1278255"/>
                  </a:lnTo>
                  <a:lnTo>
                    <a:pt x="4919141" y="1298981"/>
                  </a:lnTo>
                  <a:lnTo>
                    <a:pt x="4913566" y="1302715"/>
                  </a:lnTo>
                  <a:lnTo>
                    <a:pt x="4907813" y="1306156"/>
                  </a:lnTo>
                  <a:lnTo>
                    <a:pt x="4901895" y="1309319"/>
                  </a:lnTo>
                  <a:lnTo>
                    <a:pt x="4895989" y="1312481"/>
                  </a:lnTo>
                  <a:lnTo>
                    <a:pt x="4889931" y="1315339"/>
                  </a:lnTo>
                  <a:lnTo>
                    <a:pt x="4883734" y="1317904"/>
                  </a:lnTo>
                  <a:lnTo>
                    <a:pt x="4877536" y="1320482"/>
                  </a:lnTo>
                  <a:lnTo>
                    <a:pt x="4845316" y="1329563"/>
                  </a:lnTo>
                  <a:lnTo>
                    <a:pt x="4838738" y="1330871"/>
                  </a:lnTo>
                  <a:lnTo>
                    <a:pt x="4832108" y="1331849"/>
                  </a:lnTo>
                  <a:lnTo>
                    <a:pt x="4825428" y="1332509"/>
                  </a:lnTo>
                  <a:lnTo>
                    <a:pt x="4818761" y="1333169"/>
                  </a:lnTo>
                  <a:lnTo>
                    <a:pt x="4812068" y="1333500"/>
                  </a:lnTo>
                  <a:lnTo>
                    <a:pt x="4805362" y="1333500"/>
                  </a:lnTo>
                  <a:lnTo>
                    <a:pt x="204787" y="1333500"/>
                  </a:lnTo>
                  <a:lnTo>
                    <a:pt x="198081" y="1333500"/>
                  </a:lnTo>
                  <a:lnTo>
                    <a:pt x="191389" y="1333169"/>
                  </a:lnTo>
                  <a:lnTo>
                    <a:pt x="184721" y="1332509"/>
                  </a:lnTo>
                  <a:lnTo>
                    <a:pt x="178041" y="1331849"/>
                  </a:lnTo>
                  <a:lnTo>
                    <a:pt x="171411" y="1330871"/>
                  </a:lnTo>
                  <a:lnTo>
                    <a:pt x="164833" y="1329563"/>
                  </a:lnTo>
                  <a:lnTo>
                    <a:pt x="158254" y="1328254"/>
                  </a:lnTo>
                  <a:lnTo>
                    <a:pt x="126415" y="1317904"/>
                  </a:lnTo>
                  <a:lnTo>
                    <a:pt x="120218" y="1315339"/>
                  </a:lnTo>
                  <a:lnTo>
                    <a:pt x="114160" y="1312481"/>
                  </a:lnTo>
                  <a:lnTo>
                    <a:pt x="108254" y="1309319"/>
                  </a:lnTo>
                  <a:lnTo>
                    <a:pt x="102336" y="1306156"/>
                  </a:lnTo>
                  <a:lnTo>
                    <a:pt x="96583" y="1302715"/>
                  </a:lnTo>
                  <a:lnTo>
                    <a:pt x="91008" y="1298981"/>
                  </a:lnTo>
                  <a:lnTo>
                    <a:pt x="85432" y="1295260"/>
                  </a:lnTo>
                  <a:lnTo>
                    <a:pt x="55245" y="1268780"/>
                  </a:lnTo>
                  <a:lnTo>
                    <a:pt x="46482" y="1258620"/>
                  </a:lnTo>
                  <a:lnTo>
                    <a:pt x="42227" y="1253439"/>
                  </a:lnTo>
                  <a:lnTo>
                    <a:pt x="38239" y="1248067"/>
                  </a:lnTo>
                  <a:lnTo>
                    <a:pt x="34518" y="1242491"/>
                  </a:lnTo>
                  <a:lnTo>
                    <a:pt x="30784" y="1236903"/>
                  </a:lnTo>
                  <a:lnTo>
                    <a:pt x="27343" y="1231163"/>
                  </a:lnTo>
                  <a:lnTo>
                    <a:pt x="24180" y="1225245"/>
                  </a:lnTo>
                  <a:lnTo>
                    <a:pt x="21018" y="1219339"/>
                  </a:lnTo>
                  <a:lnTo>
                    <a:pt x="6870" y="1181735"/>
                  </a:lnTo>
                  <a:lnTo>
                    <a:pt x="3937" y="1168666"/>
                  </a:lnTo>
                  <a:lnTo>
                    <a:pt x="2628" y="1162088"/>
                  </a:lnTo>
                  <a:lnTo>
                    <a:pt x="1638" y="1155458"/>
                  </a:lnTo>
                  <a:lnTo>
                    <a:pt x="990" y="1148791"/>
                  </a:lnTo>
                  <a:lnTo>
                    <a:pt x="330" y="1142111"/>
                  </a:lnTo>
                  <a:lnTo>
                    <a:pt x="0" y="1135418"/>
                  </a:lnTo>
                  <a:lnTo>
                    <a:pt x="0" y="1128712"/>
                  </a:lnTo>
                  <a:close/>
                </a:path>
              </a:pathLst>
            </a:custGeom>
            <a:ln w="19050">
              <a:solidFill>
                <a:srgbClr val="4D4D4D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16" name="object 16"/>
            <p:cNvSpPr/>
            <p:nvPr/>
          </p:nvSpPr>
          <p:spPr>
            <a:xfrm>
              <a:off x="5835852" y="2234035"/>
              <a:ext cx="4991100" cy="154305"/>
            </a:xfrm>
            <a:custGeom>
              <a:avLst/>
              <a:gdLst/>
              <a:ahLst/>
              <a:cxnLst/>
              <a:rect l="l" t="t" r="r" b="b"/>
              <a:pathLst>
                <a:path w="4991100" h="154305">
                  <a:moveTo>
                    <a:pt x="4895399" y="0"/>
                  </a:moveTo>
                  <a:lnTo>
                    <a:pt x="4930962" y="31532"/>
                  </a:lnTo>
                  <a:lnTo>
                    <a:pt x="4953888" y="69846"/>
                  </a:lnTo>
                  <a:lnTo>
                    <a:pt x="4964770" y="113153"/>
                  </a:lnTo>
                  <a:lnTo>
                    <a:pt x="4965496" y="128164"/>
                  </a:lnTo>
                  <a:lnTo>
                    <a:pt x="1926" y="128164"/>
                  </a:lnTo>
                  <a:lnTo>
                    <a:pt x="1848" y="128614"/>
                  </a:lnTo>
                  <a:lnTo>
                    <a:pt x="820" y="136955"/>
                  </a:lnTo>
                  <a:lnTo>
                    <a:pt x="204" y="145340"/>
                  </a:lnTo>
                  <a:lnTo>
                    <a:pt x="0" y="153767"/>
                  </a:lnTo>
                  <a:lnTo>
                    <a:pt x="4991099" y="153767"/>
                  </a:lnTo>
                  <a:lnTo>
                    <a:pt x="4985952" y="112096"/>
                  </a:lnTo>
                  <a:lnTo>
                    <a:pt x="4970852" y="72940"/>
                  </a:lnTo>
                  <a:lnTo>
                    <a:pt x="4946683" y="38634"/>
                  </a:lnTo>
                  <a:lnTo>
                    <a:pt x="4914899" y="11210"/>
                  </a:lnTo>
                  <a:lnTo>
                    <a:pt x="4900469" y="2551"/>
                  </a:lnTo>
                  <a:lnTo>
                    <a:pt x="4895399" y="0"/>
                  </a:lnTo>
                  <a:close/>
                </a:path>
              </a:pathLst>
            </a:custGeom>
            <a:solidFill>
              <a:srgbClr val="656565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7" name="object 17"/>
            <p:cNvSpPr/>
            <p:nvPr/>
          </p:nvSpPr>
          <p:spPr>
            <a:xfrm>
              <a:off x="5820235" y="2203846"/>
              <a:ext cx="4990465" cy="158750"/>
            </a:xfrm>
            <a:custGeom>
              <a:avLst/>
              <a:gdLst/>
              <a:ahLst/>
              <a:cxnLst/>
              <a:rect l="l" t="t" r="r" b="b"/>
              <a:pathLst>
                <a:path w="4990465" h="158750">
                  <a:moveTo>
                    <a:pt x="4853865" y="0"/>
                  </a:moveTo>
                  <a:lnTo>
                    <a:pt x="136313" y="0"/>
                  </a:lnTo>
                  <a:lnTo>
                    <a:pt x="121297" y="3768"/>
                  </a:lnTo>
                  <a:lnTo>
                    <a:pt x="75720" y="25295"/>
                  </a:lnTo>
                  <a:lnTo>
                    <a:pt x="38389" y="59165"/>
                  </a:lnTo>
                  <a:lnTo>
                    <a:pt x="12595" y="102270"/>
                  </a:lnTo>
                  <a:lnTo>
                    <a:pt x="356" y="150990"/>
                  </a:lnTo>
                  <a:lnTo>
                    <a:pt x="0" y="158353"/>
                  </a:lnTo>
                  <a:lnTo>
                    <a:pt x="4990178" y="158353"/>
                  </a:lnTo>
                  <a:lnTo>
                    <a:pt x="4983293" y="118186"/>
                  </a:lnTo>
                  <a:lnTo>
                    <a:pt x="4961770" y="72609"/>
                  </a:lnTo>
                  <a:lnTo>
                    <a:pt x="4927902" y="35278"/>
                  </a:lnTo>
                  <a:lnTo>
                    <a:pt x="4884797" y="9471"/>
                  </a:lnTo>
                  <a:lnTo>
                    <a:pt x="4853865" y="0"/>
                  </a:lnTo>
                  <a:close/>
                </a:path>
              </a:pathLst>
            </a:custGeom>
            <a:solidFill>
              <a:srgbClr val="4D4D4D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8" name="object 18"/>
            <p:cNvSpPr/>
            <p:nvPr/>
          </p:nvSpPr>
          <p:spPr>
            <a:xfrm>
              <a:off x="5820181" y="2352306"/>
              <a:ext cx="4990465" cy="19050"/>
            </a:xfrm>
            <a:custGeom>
              <a:avLst/>
              <a:gdLst/>
              <a:ahLst/>
              <a:cxnLst/>
              <a:rect l="l" t="t" r="r" b="b"/>
              <a:pathLst>
                <a:path w="4990465" h="19050">
                  <a:moveTo>
                    <a:pt x="4990274" y="2540"/>
                  </a:moveTo>
                  <a:lnTo>
                    <a:pt x="4989677" y="2540"/>
                  </a:lnTo>
                  <a:lnTo>
                    <a:pt x="4989677" y="0"/>
                  </a:lnTo>
                  <a:lnTo>
                    <a:pt x="596" y="0"/>
                  </a:lnTo>
                  <a:lnTo>
                    <a:pt x="596" y="2540"/>
                  </a:lnTo>
                  <a:lnTo>
                    <a:pt x="0" y="2540"/>
                  </a:lnTo>
                  <a:lnTo>
                    <a:pt x="0" y="19050"/>
                  </a:lnTo>
                  <a:lnTo>
                    <a:pt x="4990274" y="19050"/>
                  </a:lnTo>
                  <a:lnTo>
                    <a:pt x="4990274" y="2540"/>
                  </a:lnTo>
                  <a:close/>
                </a:path>
              </a:pathLst>
            </a:custGeom>
            <a:solidFill>
              <a:srgbClr val="656565"/>
            </a:solidFill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19" name="object 19"/>
          <p:cNvSpPr txBox="1"/>
          <p:nvPr/>
        </p:nvSpPr>
        <p:spPr>
          <a:xfrm>
            <a:off x="5978525" y="2506662"/>
            <a:ext cx="4650105" cy="57785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 marR="5080">
              <a:lnSpc>
                <a:spcPct val="110000"/>
              </a:lnSpc>
              <a:spcBef>
                <a:spcPts val="90"/>
              </a:spcBef>
            </a:pPr>
            <a:r>
              <a:rPr sz="1650" b="1" dirty="0">
                <a:solidFill>
                  <a:srgbClr val="E5E0DF"/>
                </a:solidFill>
                <a:latin typeface="Tahoma" panose="020B0604030504040204"/>
                <a:cs typeface="Tahoma" panose="020B0604030504040204"/>
              </a:rPr>
              <a:t>Manual</a:t>
            </a:r>
            <a:r>
              <a:rPr sz="1650" b="1" spc="-40" dirty="0">
                <a:solidFill>
                  <a:srgbClr val="E5E0DF"/>
                </a:solidFill>
                <a:latin typeface="Tahoma" panose="020B0604030504040204"/>
                <a:cs typeface="Tahoma" panose="020B0604030504040204"/>
              </a:rPr>
              <a:t> </a:t>
            </a:r>
            <a:r>
              <a:rPr sz="1650" b="1" spc="-10" dirty="0">
                <a:solidFill>
                  <a:srgbClr val="E5E0DF"/>
                </a:solidFill>
                <a:latin typeface="Tahoma" panose="020B0604030504040204"/>
                <a:cs typeface="Tahoma" panose="020B0604030504040204"/>
              </a:rPr>
              <a:t>transcription</a:t>
            </a:r>
            <a:r>
              <a:rPr sz="1650" b="1" spc="-40" dirty="0">
                <a:solidFill>
                  <a:srgbClr val="E5E0DF"/>
                </a:solidFill>
                <a:latin typeface="Tahoma" panose="020B0604030504040204"/>
                <a:cs typeface="Tahoma" panose="020B0604030504040204"/>
              </a:rPr>
              <a:t> </a:t>
            </a:r>
            <a:r>
              <a:rPr sz="1650" b="1" dirty="0">
                <a:solidFill>
                  <a:srgbClr val="E5E0DF"/>
                </a:solidFill>
                <a:latin typeface="Tahoma" panose="020B0604030504040204"/>
                <a:cs typeface="Tahoma" panose="020B0604030504040204"/>
              </a:rPr>
              <a:t>is</a:t>
            </a:r>
            <a:r>
              <a:rPr sz="1650" b="1" spc="-35" dirty="0">
                <a:solidFill>
                  <a:srgbClr val="E5E0DF"/>
                </a:solidFill>
                <a:latin typeface="Tahoma" panose="020B0604030504040204"/>
                <a:cs typeface="Tahoma" panose="020B0604030504040204"/>
              </a:rPr>
              <a:t> </a:t>
            </a:r>
            <a:r>
              <a:rPr sz="1650" b="1" dirty="0">
                <a:solidFill>
                  <a:srgbClr val="E5E0DF"/>
                </a:solidFill>
                <a:latin typeface="Tahoma" panose="020B0604030504040204"/>
                <a:cs typeface="Tahoma" panose="020B0604030504040204"/>
              </a:rPr>
              <a:t>time-consuming</a:t>
            </a:r>
            <a:r>
              <a:rPr sz="1650" b="1" spc="-40" dirty="0">
                <a:solidFill>
                  <a:srgbClr val="E5E0DF"/>
                </a:solidFill>
                <a:latin typeface="Tahoma" panose="020B0604030504040204"/>
                <a:cs typeface="Tahoma" panose="020B0604030504040204"/>
              </a:rPr>
              <a:t> </a:t>
            </a:r>
            <a:r>
              <a:rPr sz="1650" b="1" spc="-25" dirty="0">
                <a:solidFill>
                  <a:srgbClr val="E5E0DF"/>
                </a:solidFill>
                <a:latin typeface="Tahoma" panose="020B0604030504040204"/>
                <a:cs typeface="Tahoma" panose="020B0604030504040204"/>
              </a:rPr>
              <a:t>and </a:t>
            </a:r>
            <a:r>
              <a:rPr sz="1650" b="1" spc="-30" dirty="0">
                <a:solidFill>
                  <a:srgbClr val="E5E0DF"/>
                </a:solidFill>
                <a:latin typeface="Tahoma" panose="020B0604030504040204"/>
                <a:cs typeface="Tahoma" panose="020B0604030504040204"/>
              </a:rPr>
              <a:t>error-</a:t>
            </a:r>
            <a:r>
              <a:rPr sz="1650" b="1" spc="-10" dirty="0">
                <a:solidFill>
                  <a:srgbClr val="E5E0DF"/>
                </a:solidFill>
                <a:latin typeface="Tahoma" panose="020B0604030504040204"/>
                <a:cs typeface="Tahoma" panose="020B0604030504040204"/>
              </a:rPr>
              <a:t>prone.</a:t>
            </a:r>
            <a:endParaRPr sz="1650">
              <a:latin typeface="Tahoma" panose="020B0604030504040204"/>
              <a:cs typeface="Tahoma" panose="020B0604030504040204"/>
            </a:endParaRPr>
          </a:p>
        </p:txBody>
      </p:sp>
      <p:grpSp>
        <p:nvGrpSpPr>
          <p:cNvPr id="20" name="object 20"/>
          <p:cNvGrpSpPr/>
          <p:nvPr/>
        </p:nvGrpSpPr>
        <p:grpSpPr>
          <a:xfrm>
            <a:off x="600074" y="3962400"/>
            <a:ext cx="5045710" cy="1102360"/>
            <a:chOff x="600074" y="3962400"/>
            <a:chExt cx="5045710" cy="1102360"/>
          </a:xfrm>
        </p:grpSpPr>
        <p:sp>
          <p:nvSpPr>
            <p:cNvPr id="21" name="object 21"/>
            <p:cNvSpPr/>
            <p:nvPr/>
          </p:nvSpPr>
          <p:spPr>
            <a:xfrm>
              <a:off x="625872" y="3988202"/>
              <a:ext cx="5019675" cy="1076325"/>
            </a:xfrm>
            <a:custGeom>
              <a:avLst/>
              <a:gdLst/>
              <a:ahLst/>
              <a:cxnLst/>
              <a:rect l="l" t="t" r="r" b="b"/>
              <a:pathLst>
                <a:path w="5019675" h="1076325">
                  <a:moveTo>
                    <a:pt x="0" y="925653"/>
                  </a:moveTo>
                  <a:lnTo>
                    <a:pt x="18891" y="969026"/>
                  </a:lnTo>
                  <a:lnTo>
                    <a:pt x="43378" y="1003189"/>
                  </a:lnTo>
                  <a:lnTo>
                    <a:pt x="74056" y="1031929"/>
                  </a:lnTo>
                  <a:lnTo>
                    <a:pt x="109749" y="1054129"/>
                  </a:lnTo>
                  <a:lnTo>
                    <a:pt x="149095" y="1068924"/>
                  </a:lnTo>
                  <a:lnTo>
                    <a:pt x="190568" y="1075770"/>
                  </a:lnTo>
                  <a:lnTo>
                    <a:pt x="197569" y="1076125"/>
                  </a:lnTo>
                  <a:lnTo>
                    <a:pt x="4812178" y="1076125"/>
                  </a:lnTo>
                  <a:lnTo>
                    <a:pt x="4853860" y="1070626"/>
                  </a:lnTo>
                  <a:lnTo>
                    <a:pt x="4893661" y="1057126"/>
                  </a:lnTo>
                  <a:lnTo>
                    <a:pt x="4906732" y="1050522"/>
                  </a:lnTo>
                  <a:lnTo>
                    <a:pt x="188515" y="1050522"/>
                  </a:lnTo>
                  <a:lnTo>
                    <a:pt x="178455" y="1050277"/>
                  </a:lnTo>
                  <a:lnTo>
                    <a:pt x="138743" y="1044385"/>
                  </a:lnTo>
                  <a:lnTo>
                    <a:pt x="100947" y="1030852"/>
                  </a:lnTo>
                  <a:lnTo>
                    <a:pt x="66511" y="1010212"/>
                  </a:lnTo>
                  <a:lnTo>
                    <a:pt x="36769" y="983251"/>
                  </a:lnTo>
                  <a:lnTo>
                    <a:pt x="12855" y="951008"/>
                  </a:lnTo>
                  <a:lnTo>
                    <a:pt x="3391" y="933305"/>
                  </a:lnTo>
                  <a:lnTo>
                    <a:pt x="0" y="925653"/>
                  </a:lnTo>
                  <a:close/>
                </a:path>
                <a:path w="5019675" h="1076325">
                  <a:moveTo>
                    <a:pt x="4869029" y="0"/>
                  </a:moveTo>
                  <a:lnTo>
                    <a:pt x="4902869" y="18241"/>
                  </a:lnTo>
                  <a:lnTo>
                    <a:pt x="4933895" y="43704"/>
                  </a:lnTo>
                  <a:lnTo>
                    <a:pt x="4959359" y="74730"/>
                  </a:lnTo>
                  <a:lnTo>
                    <a:pt x="4978294" y="110138"/>
                  </a:lnTo>
                  <a:lnTo>
                    <a:pt x="4989940" y="148555"/>
                  </a:lnTo>
                  <a:lnTo>
                    <a:pt x="4993877" y="188510"/>
                  </a:lnTo>
                  <a:lnTo>
                    <a:pt x="4993877" y="845735"/>
                  </a:lnTo>
                  <a:lnTo>
                    <a:pt x="4989940" y="885689"/>
                  </a:lnTo>
                  <a:lnTo>
                    <a:pt x="4978294" y="924106"/>
                  </a:lnTo>
                  <a:lnTo>
                    <a:pt x="4959359" y="959514"/>
                  </a:lnTo>
                  <a:lnTo>
                    <a:pt x="4933895" y="990540"/>
                  </a:lnTo>
                  <a:lnTo>
                    <a:pt x="4902869" y="1016003"/>
                  </a:lnTo>
                  <a:lnTo>
                    <a:pt x="4867461" y="1034926"/>
                  </a:lnTo>
                  <a:lnTo>
                    <a:pt x="4829044" y="1046585"/>
                  </a:lnTo>
                  <a:lnTo>
                    <a:pt x="4789090" y="1050522"/>
                  </a:lnTo>
                  <a:lnTo>
                    <a:pt x="4906732" y="1050522"/>
                  </a:lnTo>
                  <a:lnTo>
                    <a:pt x="4946544" y="1023014"/>
                  </a:lnTo>
                  <a:lnTo>
                    <a:pt x="4975284" y="992343"/>
                  </a:lnTo>
                  <a:lnTo>
                    <a:pt x="4997484" y="956644"/>
                  </a:lnTo>
                  <a:lnTo>
                    <a:pt x="5012279" y="917299"/>
                  </a:lnTo>
                  <a:lnTo>
                    <a:pt x="5019137" y="875834"/>
                  </a:lnTo>
                  <a:lnTo>
                    <a:pt x="5019480" y="868823"/>
                  </a:lnTo>
                  <a:lnTo>
                    <a:pt x="5019480" y="197565"/>
                  </a:lnTo>
                  <a:lnTo>
                    <a:pt x="5013994" y="155883"/>
                  </a:lnTo>
                  <a:lnTo>
                    <a:pt x="5000481" y="116081"/>
                  </a:lnTo>
                  <a:lnTo>
                    <a:pt x="4979450" y="79683"/>
                  </a:lnTo>
                  <a:lnTo>
                    <a:pt x="4951739" y="48073"/>
                  </a:lnTo>
                  <a:lnTo>
                    <a:pt x="4918388" y="22482"/>
                  </a:lnTo>
                  <a:lnTo>
                    <a:pt x="4880695" y="3902"/>
                  </a:lnTo>
                  <a:lnTo>
                    <a:pt x="4874091" y="1540"/>
                  </a:lnTo>
                  <a:lnTo>
                    <a:pt x="4869029" y="0"/>
                  </a:lnTo>
                  <a:close/>
                </a:path>
              </a:pathLst>
            </a:custGeom>
            <a:solidFill>
              <a:srgbClr val="FFFFFF">
                <a:alpha val="25099"/>
              </a:srgbClr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22" name="object 22"/>
            <p:cNvSpPr/>
            <p:nvPr/>
          </p:nvSpPr>
          <p:spPr>
            <a:xfrm>
              <a:off x="600074" y="3962400"/>
              <a:ext cx="5029200" cy="1085850"/>
            </a:xfrm>
            <a:custGeom>
              <a:avLst/>
              <a:gdLst/>
              <a:ahLst/>
              <a:cxnLst/>
              <a:rect l="l" t="t" r="r" b="b"/>
              <a:pathLst>
                <a:path w="5029200" h="1085850">
                  <a:moveTo>
                    <a:pt x="4814887" y="0"/>
                  </a:moveTo>
                  <a:lnTo>
                    <a:pt x="214312" y="0"/>
                  </a:lnTo>
                  <a:lnTo>
                    <a:pt x="203782" y="257"/>
                  </a:lnTo>
                  <a:lnTo>
                    <a:pt x="162225" y="6419"/>
                  </a:lnTo>
                  <a:lnTo>
                    <a:pt x="122669" y="20573"/>
                  </a:lnTo>
                  <a:lnTo>
                    <a:pt x="86635" y="42178"/>
                  </a:lnTo>
                  <a:lnTo>
                    <a:pt x="55507" y="70398"/>
                  </a:lnTo>
                  <a:lnTo>
                    <a:pt x="30482" y="104144"/>
                  </a:lnTo>
                  <a:lnTo>
                    <a:pt x="12521" y="142123"/>
                  </a:lnTo>
                  <a:lnTo>
                    <a:pt x="2316" y="182881"/>
                  </a:lnTo>
                  <a:lnTo>
                    <a:pt x="0" y="214312"/>
                  </a:lnTo>
                  <a:lnTo>
                    <a:pt x="0" y="871537"/>
                  </a:lnTo>
                  <a:lnTo>
                    <a:pt x="4117" y="913345"/>
                  </a:lnTo>
                  <a:lnTo>
                    <a:pt x="16311" y="953541"/>
                  </a:lnTo>
                  <a:lnTo>
                    <a:pt x="36116" y="990599"/>
                  </a:lnTo>
                  <a:lnTo>
                    <a:pt x="62771" y="1023073"/>
                  </a:lnTo>
                  <a:lnTo>
                    <a:pt x="95244" y="1049731"/>
                  </a:lnTo>
                  <a:lnTo>
                    <a:pt x="132298" y="1069530"/>
                  </a:lnTo>
                  <a:lnTo>
                    <a:pt x="172501" y="1081722"/>
                  </a:lnTo>
                  <a:lnTo>
                    <a:pt x="214312" y="1085849"/>
                  </a:lnTo>
                  <a:lnTo>
                    <a:pt x="4814887" y="1085849"/>
                  </a:lnTo>
                  <a:lnTo>
                    <a:pt x="4856695" y="1081722"/>
                  </a:lnTo>
                  <a:lnTo>
                    <a:pt x="4896903" y="1069530"/>
                  </a:lnTo>
                  <a:lnTo>
                    <a:pt x="4933949" y="1049731"/>
                  </a:lnTo>
                  <a:lnTo>
                    <a:pt x="4966423" y="1023073"/>
                  </a:lnTo>
                  <a:lnTo>
                    <a:pt x="4993080" y="990599"/>
                  </a:lnTo>
                  <a:lnTo>
                    <a:pt x="5012880" y="953541"/>
                  </a:lnTo>
                  <a:lnTo>
                    <a:pt x="5025084" y="913345"/>
                  </a:lnTo>
                  <a:lnTo>
                    <a:pt x="5029199" y="871537"/>
                  </a:lnTo>
                  <a:lnTo>
                    <a:pt x="5029199" y="214312"/>
                  </a:lnTo>
                  <a:lnTo>
                    <a:pt x="5025084" y="172504"/>
                  </a:lnTo>
                  <a:lnTo>
                    <a:pt x="5012880" y="132295"/>
                  </a:lnTo>
                  <a:lnTo>
                    <a:pt x="4993080" y="95249"/>
                  </a:lnTo>
                  <a:lnTo>
                    <a:pt x="4966423" y="62776"/>
                  </a:lnTo>
                  <a:lnTo>
                    <a:pt x="4933949" y="36118"/>
                  </a:lnTo>
                  <a:lnTo>
                    <a:pt x="4896903" y="16306"/>
                  </a:lnTo>
                  <a:lnTo>
                    <a:pt x="4856695" y="4114"/>
                  </a:lnTo>
                  <a:lnTo>
                    <a:pt x="4814887" y="0"/>
                  </a:lnTo>
                  <a:close/>
                </a:path>
              </a:pathLst>
            </a:custGeom>
            <a:solidFill>
              <a:srgbClr val="040404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23" name="object 23"/>
            <p:cNvSpPr/>
            <p:nvPr/>
          </p:nvSpPr>
          <p:spPr>
            <a:xfrm>
              <a:off x="600062" y="3963682"/>
              <a:ext cx="5029200" cy="1084580"/>
            </a:xfrm>
            <a:custGeom>
              <a:avLst/>
              <a:gdLst/>
              <a:ahLst/>
              <a:cxnLst/>
              <a:rect l="l" t="t" r="r" b="b"/>
              <a:pathLst>
                <a:path w="5029200" h="1084579">
                  <a:moveTo>
                    <a:pt x="5029200" y="213360"/>
                  </a:moveTo>
                  <a:lnTo>
                    <a:pt x="5025085" y="171450"/>
                  </a:lnTo>
                  <a:lnTo>
                    <a:pt x="5012880" y="132080"/>
                  </a:lnTo>
                  <a:lnTo>
                    <a:pt x="5010150" y="125590"/>
                  </a:lnTo>
                  <a:lnTo>
                    <a:pt x="5010150" y="213360"/>
                  </a:lnTo>
                  <a:lnTo>
                    <a:pt x="5010150" y="871220"/>
                  </a:lnTo>
                  <a:lnTo>
                    <a:pt x="5009921" y="880110"/>
                  </a:lnTo>
                  <a:lnTo>
                    <a:pt x="5004308" y="918210"/>
                  </a:lnTo>
                  <a:lnTo>
                    <a:pt x="4991405" y="953770"/>
                  </a:lnTo>
                  <a:lnTo>
                    <a:pt x="4987099" y="962660"/>
                  </a:lnTo>
                  <a:lnTo>
                    <a:pt x="4965839" y="994410"/>
                  </a:lnTo>
                  <a:lnTo>
                    <a:pt x="4952962" y="1008380"/>
                  </a:lnTo>
                  <a:lnTo>
                    <a:pt x="4946015" y="1016000"/>
                  </a:lnTo>
                  <a:lnTo>
                    <a:pt x="4938763" y="1022350"/>
                  </a:lnTo>
                  <a:lnTo>
                    <a:pt x="4931219" y="1027430"/>
                  </a:lnTo>
                  <a:lnTo>
                    <a:pt x="4923371" y="1033780"/>
                  </a:lnTo>
                  <a:lnTo>
                    <a:pt x="4915268" y="1038860"/>
                  </a:lnTo>
                  <a:lnTo>
                    <a:pt x="4906937" y="1042670"/>
                  </a:lnTo>
                  <a:lnTo>
                    <a:pt x="4898390" y="1047750"/>
                  </a:lnTo>
                  <a:lnTo>
                    <a:pt x="4880661" y="1055370"/>
                  </a:lnTo>
                  <a:lnTo>
                    <a:pt x="4852987" y="1062990"/>
                  </a:lnTo>
                  <a:lnTo>
                    <a:pt x="4834026" y="1065530"/>
                  </a:lnTo>
                  <a:lnTo>
                    <a:pt x="4824488" y="1065530"/>
                  </a:lnTo>
                  <a:lnTo>
                    <a:pt x="4814887" y="1066800"/>
                  </a:lnTo>
                  <a:lnTo>
                    <a:pt x="214312" y="1066800"/>
                  </a:lnTo>
                  <a:lnTo>
                    <a:pt x="204724" y="1065530"/>
                  </a:lnTo>
                  <a:lnTo>
                    <a:pt x="195173" y="1065530"/>
                  </a:lnTo>
                  <a:lnTo>
                    <a:pt x="176225" y="1062990"/>
                  </a:lnTo>
                  <a:lnTo>
                    <a:pt x="148551" y="1055370"/>
                  </a:lnTo>
                  <a:lnTo>
                    <a:pt x="130822" y="1047750"/>
                  </a:lnTo>
                  <a:lnTo>
                    <a:pt x="122275" y="1042670"/>
                  </a:lnTo>
                  <a:lnTo>
                    <a:pt x="113944" y="1038860"/>
                  </a:lnTo>
                  <a:lnTo>
                    <a:pt x="105841" y="1033780"/>
                  </a:lnTo>
                  <a:lnTo>
                    <a:pt x="97993" y="1027430"/>
                  </a:lnTo>
                  <a:lnTo>
                    <a:pt x="90449" y="1022350"/>
                  </a:lnTo>
                  <a:lnTo>
                    <a:pt x="83197" y="1016000"/>
                  </a:lnTo>
                  <a:lnTo>
                    <a:pt x="76250" y="1008380"/>
                  </a:lnTo>
                  <a:lnTo>
                    <a:pt x="69634" y="1002030"/>
                  </a:lnTo>
                  <a:lnTo>
                    <a:pt x="42113" y="962660"/>
                  </a:lnTo>
                  <a:lnTo>
                    <a:pt x="37807" y="953770"/>
                  </a:lnTo>
                  <a:lnTo>
                    <a:pt x="33921" y="946150"/>
                  </a:lnTo>
                  <a:lnTo>
                    <a:pt x="22809" y="909320"/>
                  </a:lnTo>
                  <a:lnTo>
                    <a:pt x="19380" y="881380"/>
                  </a:lnTo>
                  <a:lnTo>
                    <a:pt x="19291" y="880110"/>
                  </a:lnTo>
                  <a:lnTo>
                    <a:pt x="19050" y="871220"/>
                  </a:lnTo>
                  <a:lnTo>
                    <a:pt x="19050" y="213360"/>
                  </a:lnTo>
                  <a:lnTo>
                    <a:pt x="22809" y="175260"/>
                  </a:lnTo>
                  <a:lnTo>
                    <a:pt x="33921" y="138430"/>
                  </a:lnTo>
                  <a:lnTo>
                    <a:pt x="37807" y="130810"/>
                  </a:lnTo>
                  <a:lnTo>
                    <a:pt x="42113" y="121920"/>
                  </a:lnTo>
                  <a:lnTo>
                    <a:pt x="63373" y="90170"/>
                  </a:lnTo>
                  <a:lnTo>
                    <a:pt x="76250" y="76200"/>
                  </a:lnTo>
                  <a:lnTo>
                    <a:pt x="83197" y="68580"/>
                  </a:lnTo>
                  <a:lnTo>
                    <a:pt x="90449" y="62230"/>
                  </a:lnTo>
                  <a:lnTo>
                    <a:pt x="97993" y="57150"/>
                  </a:lnTo>
                  <a:lnTo>
                    <a:pt x="105841" y="50800"/>
                  </a:lnTo>
                  <a:lnTo>
                    <a:pt x="113944" y="45720"/>
                  </a:lnTo>
                  <a:lnTo>
                    <a:pt x="122275" y="41910"/>
                  </a:lnTo>
                  <a:lnTo>
                    <a:pt x="130822" y="36830"/>
                  </a:lnTo>
                  <a:lnTo>
                    <a:pt x="148551" y="29210"/>
                  </a:lnTo>
                  <a:lnTo>
                    <a:pt x="176225" y="21590"/>
                  </a:lnTo>
                  <a:lnTo>
                    <a:pt x="195173" y="19050"/>
                  </a:lnTo>
                  <a:lnTo>
                    <a:pt x="4834026" y="19050"/>
                  </a:lnTo>
                  <a:lnTo>
                    <a:pt x="4852987" y="21590"/>
                  </a:lnTo>
                  <a:lnTo>
                    <a:pt x="4880661" y="29210"/>
                  </a:lnTo>
                  <a:lnTo>
                    <a:pt x="4898390" y="36830"/>
                  </a:lnTo>
                  <a:lnTo>
                    <a:pt x="4906937" y="41910"/>
                  </a:lnTo>
                  <a:lnTo>
                    <a:pt x="4915268" y="45720"/>
                  </a:lnTo>
                  <a:lnTo>
                    <a:pt x="4923371" y="50800"/>
                  </a:lnTo>
                  <a:lnTo>
                    <a:pt x="4931219" y="57150"/>
                  </a:lnTo>
                  <a:lnTo>
                    <a:pt x="4938763" y="62230"/>
                  </a:lnTo>
                  <a:lnTo>
                    <a:pt x="4946015" y="68580"/>
                  </a:lnTo>
                  <a:lnTo>
                    <a:pt x="4952962" y="76200"/>
                  </a:lnTo>
                  <a:lnTo>
                    <a:pt x="4959591" y="82550"/>
                  </a:lnTo>
                  <a:lnTo>
                    <a:pt x="4987099" y="121920"/>
                  </a:lnTo>
                  <a:lnTo>
                    <a:pt x="4991405" y="130810"/>
                  </a:lnTo>
                  <a:lnTo>
                    <a:pt x="4994376" y="136652"/>
                  </a:lnTo>
                  <a:lnTo>
                    <a:pt x="4997729" y="149961"/>
                  </a:lnTo>
                  <a:lnTo>
                    <a:pt x="4999901" y="164693"/>
                  </a:lnTo>
                  <a:lnTo>
                    <a:pt x="5000625" y="179705"/>
                  </a:lnTo>
                  <a:lnTo>
                    <a:pt x="37058" y="179705"/>
                  </a:lnTo>
                  <a:lnTo>
                    <a:pt x="36982" y="180149"/>
                  </a:lnTo>
                  <a:lnTo>
                    <a:pt x="35953" y="188493"/>
                  </a:lnTo>
                  <a:lnTo>
                    <a:pt x="35331" y="196875"/>
                  </a:lnTo>
                  <a:lnTo>
                    <a:pt x="35128" y="205308"/>
                  </a:lnTo>
                  <a:lnTo>
                    <a:pt x="5009934" y="205308"/>
                  </a:lnTo>
                  <a:lnTo>
                    <a:pt x="5010150" y="213360"/>
                  </a:lnTo>
                  <a:lnTo>
                    <a:pt x="5010150" y="125590"/>
                  </a:lnTo>
                  <a:lnTo>
                    <a:pt x="5008613" y="121920"/>
                  </a:lnTo>
                  <a:lnTo>
                    <a:pt x="4987023" y="86360"/>
                  </a:lnTo>
                  <a:lnTo>
                    <a:pt x="4958804" y="54610"/>
                  </a:lnTo>
                  <a:lnTo>
                    <a:pt x="4925060" y="30480"/>
                  </a:lnTo>
                  <a:lnTo>
                    <a:pt x="4915916" y="24130"/>
                  </a:lnTo>
                  <a:lnTo>
                    <a:pt x="4906530" y="20320"/>
                  </a:lnTo>
                  <a:lnTo>
                    <a:pt x="4904130" y="19050"/>
                  </a:lnTo>
                  <a:lnTo>
                    <a:pt x="4896904" y="15240"/>
                  </a:lnTo>
                  <a:lnTo>
                    <a:pt x="4887087" y="11430"/>
                  </a:lnTo>
                  <a:lnTo>
                    <a:pt x="4846320" y="1270"/>
                  </a:lnTo>
                  <a:lnTo>
                    <a:pt x="4835893" y="0"/>
                  </a:lnTo>
                  <a:lnTo>
                    <a:pt x="193306" y="0"/>
                  </a:lnTo>
                  <a:lnTo>
                    <a:pt x="182880" y="1270"/>
                  </a:lnTo>
                  <a:lnTo>
                    <a:pt x="142125" y="11430"/>
                  </a:lnTo>
                  <a:lnTo>
                    <a:pt x="132308" y="15240"/>
                  </a:lnTo>
                  <a:lnTo>
                    <a:pt x="122669" y="20320"/>
                  </a:lnTo>
                  <a:lnTo>
                    <a:pt x="113296" y="24130"/>
                  </a:lnTo>
                  <a:lnTo>
                    <a:pt x="104152" y="30480"/>
                  </a:lnTo>
                  <a:lnTo>
                    <a:pt x="95250" y="35560"/>
                  </a:lnTo>
                  <a:lnTo>
                    <a:pt x="86639" y="41910"/>
                  </a:lnTo>
                  <a:lnTo>
                    <a:pt x="55511" y="69850"/>
                  </a:lnTo>
                  <a:lnTo>
                    <a:pt x="30492" y="104140"/>
                  </a:lnTo>
                  <a:lnTo>
                    <a:pt x="16319" y="132080"/>
                  </a:lnTo>
                  <a:lnTo>
                    <a:pt x="12522" y="140970"/>
                  </a:lnTo>
                  <a:lnTo>
                    <a:pt x="2324" y="182880"/>
                  </a:lnTo>
                  <a:lnTo>
                    <a:pt x="0" y="213360"/>
                  </a:lnTo>
                  <a:lnTo>
                    <a:pt x="0" y="871220"/>
                  </a:lnTo>
                  <a:lnTo>
                    <a:pt x="4127" y="913130"/>
                  </a:lnTo>
                  <a:lnTo>
                    <a:pt x="16319" y="952500"/>
                  </a:lnTo>
                  <a:lnTo>
                    <a:pt x="20586" y="962660"/>
                  </a:lnTo>
                  <a:lnTo>
                    <a:pt x="25311" y="971550"/>
                  </a:lnTo>
                  <a:lnTo>
                    <a:pt x="30492" y="980440"/>
                  </a:lnTo>
                  <a:lnTo>
                    <a:pt x="36118" y="990600"/>
                  </a:lnTo>
                  <a:lnTo>
                    <a:pt x="42189" y="998220"/>
                  </a:lnTo>
                  <a:lnTo>
                    <a:pt x="48653" y="1007110"/>
                  </a:lnTo>
                  <a:lnTo>
                    <a:pt x="55511" y="1014730"/>
                  </a:lnTo>
                  <a:lnTo>
                    <a:pt x="86639" y="1042670"/>
                  </a:lnTo>
                  <a:lnTo>
                    <a:pt x="104152" y="1054100"/>
                  </a:lnTo>
                  <a:lnTo>
                    <a:pt x="113296" y="1060450"/>
                  </a:lnTo>
                  <a:lnTo>
                    <a:pt x="122669" y="1064260"/>
                  </a:lnTo>
                  <a:lnTo>
                    <a:pt x="132308" y="1069340"/>
                  </a:lnTo>
                  <a:lnTo>
                    <a:pt x="142125" y="1073150"/>
                  </a:lnTo>
                  <a:lnTo>
                    <a:pt x="182880" y="1083310"/>
                  </a:lnTo>
                  <a:lnTo>
                    <a:pt x="193306" y="1084580"/>
                  </a:lnTo>
                  <a:lnTo>
                    <a:pt x="4835893" y="1084580"/>
                  </a:lnTo>
                  <a:lnTo>
                    <a:pt x="4846320" y="1083310"/>
                  </a:lnTo>
                  <a:lnTo>
                    <a:pt x="4887087" y="1073150"/>
                  </a:lnTo>
                  <a:lnTo>
                    <a:pt x="4896904" y="1069340"/>
                  </a:lnTo>
                  <a:lnTo>
                    <a:pt x="4901717" y="1066800"/>
                  </a:lnTo>
                  <a:lnTo>
                    <a:pt x="4906530" y="1064260"/>
                  </a:lnTo>
                  <a:lnTo>
                    <a:pt x="4915916" y="1060450"/>
                  </a:lnTo>
                  <a:lnTo>
                    <a:pt x="4925060" y="1054100"/>
                  </a:lnTo>
                  <a:lnTo>
                    <a:pt x="4933950" y="1049020"/>
                  </a:lnTo>
                  <a:lnTo>
                    <a:pt x="4966424" y="1022350"/>
                  </a:lnTo>
                  <a:lnTo>
                    <a:pt x="4987023" y="998220"/>
                  </a:lnTo>
                  <a:lnTo>
                    <a:pt x="4993081" y="990600"/>
                  </a:lnTo>
                  <a:lnTo>
                    <a:pt x="4998720" y="980440"/>
                  </a:lnTo>
                  <a:lnTo>
                    <a:pt x="5003901" y="971550"/>
                  </a:lnTo>
                  <a:lnTo>
                    <a:pt x="5008613" y="962660"/>
                  </a:lnTo>
                  <a:lnTo>
                    <a:pt x="5012880" y="952500"/>
                  </a:lnTo>
                  <a:lnTo>
                    <a:pt x="5016678" y="943610"/>
                  </a:lnTo>
                  <a:lnTo>
                    <a:pt x="5019980" y="933450"/>
                  </a:lnTo>
                  <a:lnTo>
                    <a:pt x="5028171" y="891540"/>
                  </a:lnTo>
                  <a:lnTo>
                    <a:pt x="5029200" y="871220"/>
                  </a:lnTo>
                  <a:lnTo>
                    <a:pt x="5029200" y="213360"/>
                  </a:lnTo>
                  <a:close/>
                </a:path>
              </a:pathLst>
            </a:custGeom>
            <a:solidFill>
              <a:srgbClr val="FFFFFF">
                <a:alpha val="25099"/>
              </a:srgbClr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24" name="object 24"/>
            <p:cNvSpPr/>
            <p:nvPr/>
          </p:nvSpPr>
          <p:spPr>
            <a:xfrm>
              <a:off x="619124" y="3981449"/>
              <a:ext cx="4991100" cy="171450"/>
            </a:xfrm>
            <a:custGeom>
              <a:avLst/>
              <a:gdLst/>
              <a:ahLst/>
              <a:cxnLst/>
              <a:rect l="l" t="t" r="r" b="b"/>
              <a:pathLst>
                <a:path w="4991100" h="171450">
                  <a:moveTo>
                    <a:pt x="4819649" y="0"/>
                  </a:moveTo>
                  <a:lnTo>
                    <a:pt x="171449" y="0"/>
                  </a:lnTo>
                  <a:lnTo>
                    <a:pt x="154560" y="816"/>
                  </a:lnTo>
                  <a:lnTo>
                    <a:pt x="105836" y="13042"/>
                  </a:lnTo>
                  <a:lnTo>
                    <a:pt x="62734" y="38849"/>
                  </a:lnTo>
                  <a:lnTo>
                    <a:pt x="28869" y="76180"/>
                  </a:lnTo>
                  <a:lnTo>
                    <a:pt x="7341" y="121758"/>
                  </a:lnTo>
                  <a:lnTo>
                    <a:pt x="0" y="171449"/>
                  </a:lnTo>
                  <a:lnTo>
                    <a:pt x="4991099" y="171449"/>
                  </a:lnTo>
                  <a:lnTo>
                    <a:pt x="4983754" y="121758"/>
                  </a:lnTo>
                  <a:lnTo>
                    <a:pt x="4962230" y="76180"/>
                  </a:lnTo>
                  <a:lnTo>
                    <a:pt x="4928363" y="38849"/>
                  </a:lnTo>
                  <a:lnTo>
                    <a:pt x="4885257" y="13042"/>
                  </a:lnTo>
                  <a:lnTo>
                    <a:pt x="4836537" y="816"/>
                  </a:lnTo>
                  <a:lnTo>
                    <a:pt x="4819649" y="0"/>
                  </a:lnTo>
                  <a:close/>
                </a:path>
              </a:pathLst>
            </a:custGeom>
            <a:solidFill>
              <a:srgbClr val="232323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25" name="object 25"/>
            <p:cNvSpPr/>
            <p:nvPr/>
          </p:nvSpPr>
          <p:spPr>
            <a:xfrm>
              <a:off x="619506" y="4134116"/>
              <a:ext cx="4990465" cy="19050"/>
            </a:xfrm>
            <a:custGeom>
              <a:avLst/>
              <a:gdLst/>
              <a:ahLst/>
              <a:cxnLst/>
              <a:rect l="l" t="t" r="r" b="b"/>
              <a:pathLst>
                <a:path w="4990465" h="19050">
                  <a:moveTo>
                    <a:pt x="4990325" y="2540"/>
                  </a:moveTo>
                  <a:lnTo>
                    <a:pt x="4989804" y="2540"/>
                  </a:lnTo>
                  <a:lnTo>
                    <a:pt x="4989804" y="0"/>
                  </a:lnTo>
                  <a:lnTo>
                    <a:pt x="520" y="0"/>
                  </a:lnTo>
                  <a:lnTo>
                    <a:pt x="520" y="2540"/>
                  </a:lnTo>
                  <a:lnTo>
                    <a:pt x="0" y="2540"/>
                  </a:lnTo>
                  <a:lnTo>
                    <a:pt x="0" y="19050"/>
                  </a:lnTo>
                  <a:lnTo>
                    <a:pt x="4990325" y="19050"/>
                  </a:lnTo>
                  <a:lnTo>
                    <a:pt x="4990325" y="2540"/>
                  </a:lnTo>
                  <a:close/>
                </a:path>
              </a:pathLst>
            </a:custGeom>
            <a:solidFill>
              <a:srgbClr val="FFFFFF">
                <a:alpha val="25099"/>
              </a:srgbClr>
            </a:solidFill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26" name="object 26"/>
          <p:cNvSpPr txBox="1"/>
          <p:nvPr/>
        </p:nvSpPr>
        <p:spPr>
          <a:xfrm>
            <a:off x="777875" y="4306887"/>
            <a:ext cx="3372485" cy="549275"/>
          </a:xfrm>
          <a:prstGeom prst="rect">
            <a:avLst/>
          </a:prstGeom>
        </p:spPr>
        <p:txBody>
          <a:bodyPr vert="horz" wrap="square" lIns="0" tIns="1905" rIns="0" bIns="0" rtlCol="0">
            <a:spAutoFit/>
          </a:bodyPr>
          <a:lstStyle/>
          <a:p>
            <a:pPr marL="12700" marR="5080">
              <a:lnSpc>
                <a:spcPct val="106000"/>
              </a:lnSpc>
              <a:spcBef>
                <a:spcPts val="15"/>
              </a:spcBef>
            </a:pPr>
            <a:r>
              <a:rPr sz="1650" b="1" dirty="0">
                <a:solidFill>
                  <a:srgbClr val="E5E0DF"/>
                </a:solidFill>
                <a:latin typeface="Tahoma" panose="020B0604030504040204"/>
                <a:cs typeface="Tahoma" panose="020B0604030504040204"/>
              </a:rPr>
              <a:t>Lack</a:t>
            </a:r>
            <a:r>
              <a:rPr sz="1650" b="1" spc="-45" dirty="0">
                <a:solidFill>
                  <a:srgbClr val="E5E0DF"/>
                </a:solidFill>
                <a:latin typeface="Tahoma" panose="020B0604030504040204"/>
                <a:cs typeface="Tahoma" panose="020B0604030504040204"/>
              </a:rPr>
              <a:t> </a:t>
            </a:r>
            <a:r>
              <a:rPr sz="1650" b="1" dirty="0">
                <a:solidFill>
                  <a:srgbClr val="E5E0DF"/>
                </a:solidFill>
                <a:latin typeface="Tahoma" panose="020B0604030504040204"/>
                <a:cs typeface="Tahoma" panose="020B0604030504040204"/>
              </a:rPr>
              <a:t>of</a:t>
            </a:r>
            <a:r>
              <a:rPr sz="1650" b="1" spc="-40" dirty="0">
                <a:solidFill>
                  <a:srgbClr val="E5E0DF"/>
                </a:solidFill>
                <a:latin typeface="Tahoma" panose="020B0604030504040204"/>
                <a:cs typeface="Tahoma" panose="020B0604030504040204"/>
              </a:rPr>
              <a:t> </a:t>
            </a:r>
            <a:r>
              <a:rPr sz="1650" b="1" spc="-10" dirty="0">
                <a:solidFill>
                  <a:srgbClr val="E5E0DF"/>
                </a:solidFill>
                <a:latin typeface="Tahoma" panose="020B0604030504040204"/>
                <a:cs typeface="Tahoma" panose="020B0604030504040204"/>
              </a:rPr>
              <a:t>structured</a:t>
            </a:r>
            <a:r>
              <a:rPr sz="1650" b="1" spc="-40" dirty="0">
                <a:solidFill>
                  <a:srgbClr val="E5E0DF"/>
                </a:solidFill>
                <a:latin typeface="Tahoma" panose="020B0604030504040204"/>
                <a:cs typeface="Tahoma" panose="020B0604030504040204"/>
              </a:rPr>
              <a:t> </a:t>
            </a:r>
            <a:r>
              <a:rPr sz="1650" b="1" dirty="0">
                <a:solidFill>
                  <a:srgbClr val="E5E0DF"/>
                </a:solidFill>
                <a:latin typeface="Tahoma" panose="020B0604030504040204"/>
                <a:cs typeface="Tahoma" panose="020B0604030504040204"/>
              </a:rPr>
              <a:t>insights</a:t>
            </a:r>
            <a:r>
              <a:rPr sz="1650" b="1" spc="-45" dirty="0">
                <a:solidFill>
                  <a:srgbClr val="E5E0DF"/>
                </a:solidFill>
                <a:latin typeface="Tahoma" panose="020B0604030504040204"/>
                <a:cs typeface="Tahoma" panose="020B0604030504040204"/>
              </a:rPr>
              <a:t> </a:t>
            </a:r>
            <a:r>
              <a:rPr sz="1650" b="1" spc="-20" dirty="0">
                <a:solidFill>
                  <a:srgbClr val="E5E0DF"/>
                </a:solidFill>
                <a:latin typeface="Tahoma" panose="020B0604030504040204"/>
                <a:cs typeface="Tahoma" panose="020B0604030504040204"/>
              </a:rPr>
              <a:t>from </a:t>
            </a:r>
            <a:r>
              <a:rPr sz="1650" b="1" dirty="0">
                <a:solidFill>
                  <a:srgbClr val="E5E0DF"/>
                </a:solidFill>
                <a:latin typeface="Tahoma" panose="020B0604030504040204"/>
                <a:cs typeface="Tahoma" panose="020B0604030504040204"/>
              </a:rPr>
              <a:t>unsegmented</a:t>
            </a:r>
            <a:r>
              <a:rPr sz="1650" b="1" spc="-110" dirty="0">
                <a:solidFill>
                  <a:srgbClr val="E5E0DF"/>
                </a:solidFill>
                <a:latin typeface="Tahoma" panose="020B0604030504040204"/>
                <a:cs typeface="Tahoma" panose="020B0604030504040204"/>
              </a:rPr>
              <a:t> </a:t>
            </a:r>
            <a:r>
              <a:rPr sz="1650" b="1" spc="-10" dirty="0">
                <a:solidFill>
                  <a:srgbClr val="E5E0DF"/>
                </a:solidFill>
                <a:latin typeface="Tahoma" panose="020B0604030504040204"/>
                <a:cs typeface="Tahoma" panose="020B0604030504040204"/>
              </a:rPr>
              <a:t>audio</a:t>
            </a:r>
            <a:r>
              <a:rPr sz="1650" b="1" spc="-110" dirty="0">
                <a:solidFill>
                  <a:srgbClr val="E5E0DF"/>
                </a:solidFill>
                <a:latin typeface="Tahoma" panose="020B0604030504040204"/>
                <a:cs typeface="Tahoma" panose="020B0604030504040204"/>
              </a:rPr>
              <a:t> </a:t>
            </a:r>
            <a:r>
              <a:rPr sz="1650" b="1" spc="-20" dirty="0">
                <a:solidFill>
                  <a:srgbClr val="E5E0DF"/>
                </a:solidFill>
                <a:latin typeface="Tahoma" panose="020B0604030504040204"/>
                <a:cs typeface="Tahoma" panose="020B0604030504040204"/>
              </a:rPr>
              <a:t>data.</a:t>
            </a:r>
            <a:endParaRPr sz="1650">
              <a:latin typeface="Tahoma" panose="020B0604030504040204"/>
              <a:cs typeface="Tahoma" panose="020B0604030504040204"/>
            </a:endParaRPr>
          </a:p>
        </p:txBody>
      </p:sp>
      <p:grpSp>
        <p:nvGrpSpPr>
          <p:cNvPr id="27" name="object 27"/>
          <p:cNvGrpSpPr/>
          <p:nvPr/>
        </p:nvGrpSpPr>
        <p:grpSpPr>
          <a:xfrm>
            <a:off x="5800724" y="3705225"/>
            <a:ext cx="5045710" cy="1359535"/>
            <a:chOff x="5800724" y="3705225"/>
            <a:chExt cx="5045710" cy="1359535"/>
          </a:xfrm>
        </p:grpSpPr>
        <p:sp>
          <p:nvSpPr>
            <p:cNvPr id="28" name="object 28"/>
            <p:cNvSpPr/>
            <p:nvPr/>
          </p:nvSpPr>
          <p:spPr>
            <a:xfrm>
              <a:off x="5826527" y="3731027"/>
              <a:ext cx="5019675" cy="1333500"/>
            </a:xfrm>
            <a:custGeom>
              <a:avLst/>
              <a:gdLst/>
              <a:ahLst/>
              <a:cxnLst/>
              <a:rect l="l" t="t" r="r" b="b"/>
              <a:pathLst>
                <a:path w="5019675" h="1333500">
                  <a:moveTo>
                    <a:pt x="0" y="1182848"/>
                  </a:moveTo>
                  <a:lnTo>
                    <a:pt x="18888" y="1226201"/>
                  </a:lnTo>
                  <a:lnTo>
                    <a:pt x="43374" y="1260364"/>
                  </a:lnTo>
                  <a:lnTo>
                    <a:pt x="74057" y="1289104"/>
                  </a:lnTo>
                  <a:lnTo>
                    <a:pt x="109744" y="1311304"/>
                  </a:lnTo>
                  <a:lnTo>
                    <a:pt x="149089" y="1326099"/>
                  </a:lnTo>
                  <a:lnTo>
                    <a:pt x="190567" y="1332945"/>
                  </a:lnTo>
                  <a:lnTo>
                    <a:pt x="197565" y="1333300"/>
                  </a:lnTo>
                  <a:lnTo>
                    <a:pt x="4812173" y="1333300"/>
                  </a:lnTo>
                  <a:lnTo>
                    <a:pt x="4853854" y="1327801"/>
                  </a:lnTo>
                  <a:lnTo>
                    <a:pt x="4893656" y="1314301"/>
                  </a:lnTo>
                  <a:lnTo>
                    <a:pt x="4906727" y="1307697"/>
                  </a:lnTo>
                  <a:lnTo>
                    <a:pt x="188510" y="1307697"/>
                  </a:lnTo>
                  <a:lnTo>
                    <a:pt x="178448" y="1307452"/>
                  </a:lnTo>
                  <a:lnTo>
                    <a:pt x="138738" y="1301560"/>
                  </a:lnTo>
                  <a:lnTo>
                    <a:pt x="100939" y="1288027"/>
                  </a:lnTo>
                  <a:lnTo>
                    <a:pt x="66503" y="1267387"/>
                  </a:lnTo>
                  <a:lnTo>
                    <a:pt x="36763" y="1240426"/>
                  </a:lnTo>
                  <a:lnTo>
                    <a:pt x="12850" y="1208183"/>
                  </a:lnTo>
                  <a:lnTo>
                    <a:pt x="3382" y="1190480"/>
                  </a:lnTo>
                  <a:lnTo>
                    <a:pt x="0" y="1182848"/>
                  </a:lnTo>
                  <a:close/>
                </a:path>
                <a:path w="5019675" h="1333500">
                  <a:moveTo>
                    <a:pt x="4869023" y="0"/>
                  </a:moveTo>
                  <a:lnTo>
                    <a:pt x="4902864" y="18241"/>
                  </a:lnTo>
                  <a:lnTo>
                    <a:pt x="4933890" y="43704"/>
                  </a:lnTo>
                  <a:lnTo>
                    <a:pt x="4959353" y="74730"/>
                  </a:lnTo>
                  <a:lnTo>
                    <a:pt x="4978289" y="110138"/>
                  </a:lnTo>
                  <a:lnTo>
                    <a:pt x="4989935" y="148555"/>
                  </a:lnTo>
                  <a:lnTo>
                    <a:pt x="4993872" y="188510"/>
                  </a:lnTo>
                  <a:lnTo>
                    <a:pt x="4993872" y="1102910"/>
                  </a:lnTo>
                  <a:lnTo>
                    <a:pt x="4989935" y="1142864"/>
                  </a:lnTo>
                  <a:lnTo>
                    <a:pt x="4978276" y="1181281"/>
                  </a:lnTo>
                  <a:lnTo>
                    <a:pt x="4959353" y="1216689"/>
                  </a:lnTo>
                  <a:lnTo>
                    <a:pt x="4933890" y="1247715"/>
                  </a:lnTo>
                  <a:lnTo>
                    <a:pt x="4902864" y="1273178"/>
                  </a:lnTo>
                  <a:lnTo>
                    <a:pt x="4867456" y="1292101"/>
                  </a:lnTo>
                  <a:lnTo>
                    <a:pt x="4829039" y="1303760"/>
                  </a:lnTo>
                  <a:lnTo>
                    <a:pt x="4789084" y="1307697"/>
                  </a:lnTo>
                  <a:lnTo>
                    <a:pt x="4906727" y="1307697"/>
                  </a:lnTo>
                  <a:lnTo>
                    <a:pt x="4946539" y="1280189"/>
                  </a:lnTo>
                  <a:lnTo>
                    <a:pt x="4975279" y="1249518"/>
                  </a:lnTo>
                  <a:lnTo>
                    <a:pt x="4997479" y="1213819"/>
                  </a:lnTo>
                  <a:lnTo>
                    <a:pt x="5012287" y="1174474"/>
                  </a:lnTo>
                  <a:lnTo>
                    <a:pt x="5019132" y="1133009"/>
                  </a:lnTo>
                  <a:lnTo>
                    <a:pt x="5019475" y="1125998"/>
                  </a:lnTo>
                  <a:lnTo>
                    <a:pt x="5019475" y="197565"/>
                  </a:lnTo>
                  <a:lnTo>
                    <a:pt x="5013989" y="155883"/>
                  </a:lnTo>
                  <a:lnTo>
                    <a:pt x="5000476" y="116081"/>
                  </a:lnTo>
                  <a:lnTo>
                    <a:pt x="4979445" y="79683"/>
                  </a:lnTo>
                  <a:lnTo>
                    <a:pt x="4951733" y="48073"/>
                  </a:lnTo>
                  <a:lnTo>
                    <a:pt x="4918383" y="22482"/>
                  </a:lnTo>
                  <a:lnTo>
                    <a:pt x="4880689" y="3902"/>
                  </a:lnTo>
                  <a:lnTo>
                    <a:pt x="4874085" y="1540"/>
                  </a:lnTo>
                  <a:lnTo>
                    <a:pt x="4869023" y="0"/>
                  </a:lnTo>
                  <a:close/>
                </a:path>
              </a:pathLst>
            </a:custGeom>
            <a:solidFill>
              <a:srgbClr val="FFFFFF">
                <a:alpha val="25099"/>
              </a:srgbClr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29" name="object 29"/>
            <p:cNvSpPr/>
            <p:nvPr/>
          </p:nvSpPr>
          <p:spPr>
            <a:xfrm>
              <a:off x="5800724" y="3705225"/>
              <a:ext cx="5029200" cy="1343025"/>
            </a:xfrm>
            <a:custGeom>
              <a:avLst/>
              <a:gdLst/>
              <a:ahLst/>
              <a:cxnLst/>
              <a:rect l="l" t="t" r="r" b="b"/>
              <a:pathLst>
                <a:path w="5029200" h="1343025">
                  <a:moveTo>
                    <a:pt x="4814887" y="0"/>
                  </a:moveTo>
                  <a:lnTo>
                    <a:pt x="214312" y="0"/>
                  </a:lnTo>
                  <a:lnTo>
                    <a:pt x="203784" y="257"/>
                  </a:lnTo>
                  <a:lnTo>
                    <a:pt x="162226" y="6419"/>
                  </a:lnTo>
                  <a:lnTo>
                    <a:pt x="122665" y="20579"/>
                  </a:lnTo>
                  <a:lnTo>
                    <a:pt x="86639" y="42178"/>
                  </a:lnTo>
                  <a:lnTo>
                    <a:pt x="55508" y="70398"/>
                  </a:lnTo>
                  <a:lnTo>
                    <a:pt x="30481" y="104144"/>
                  </a:lnTo>
                  <a:lnTo>
                    <a:pt x="12521" y="142123"/>
                  </a:lnTo>
                  <a:lnTo>
                    <a:pt x="2314" y="182881"/>
                  </a:lnTo>
                  <a:lnTo>
                    <a:pt x="0" y="214312"/>
                  </a:lnTo>
                  <a:lnTo>
                    <a:pt x="0" y="1128712"/>
                  </a:lnTo>
                  <a:lnTo>
                    <a:pt x="4114" y="1170520"/>
                  </a:lnTo>
                  <a:lnTo>
                    <a:pt x="16306" y="1210716"/>
                  </a:lnTo>
                  <a:lnTo>
                    <a:pt x="36118" y="1247774"/>
                  </a:lnTo>
                  <a:lnTo>
                    <a:pt x="62776" y="1280248"/>
                  </a:lnTo>
                  <a:lnTo>
                    <a:pt x="95249" y="1306906"/>
                  </a:lnTo>
                  <a:lnTo>
                    <a:pt x="132295" y="1326705"/>
                  </a:lnTo>
                  <a:lnTo>
                    <a:pt x="172504" y="1338897"/>
                  </a:lnTo>
                  <a:lnTo>
                    <a:pt x="214312" y="1343024"/>
                  </a:lnTo>
                  <a:lnTo>
                    <a:pt x="4814887" y="1343024"/>
                  </a:lnTo>
                  <a:lnTo>
                    <a:pt x="4856695" y="1338897"/>
                  </a:lnTo>
                  <a:lnTo>
                    <a:pt x="4896903" y="1326705"/>
                  </a:lnTo>
                  <a:lnTo>
                    <a:pt x="4933949" y="1306906"/>
                  </a:lnTo>
                  <a:lnTo>
                    <a:pt x="4966423" y="1280248"/>
                  </a:lnTo>
                  <a:lnTo>
                    <a:pt x="4993080" y="1247774"/>
                  </a:lnTo>
                  <a:lnTo>
                    <a:pt x="5012880" y="1210716"/>
                  </a:lnTo>
                  <a:lnTo>
                    <a:pt x="5025084" y="1170520"/>
                  </a:lnTo>
                  <a:lnTo>
                    <a:pt x="5029199" y="1128712"/>
                  </a:lnTo>
                  <a:lnTo>
                    <a:pt x="5029199" y="214312"/>
                  </a:lnTo>
                  <a:lnTo>
                    <a:pt x="5025084" y="172504"/>
                  </a:lnTo>
                  <a:lnTo>
                    <a:pt x="5012880" y="132295"/>
                  </a:lnTo>
                  <a:lnTo>
                    <a:pt x="4993080" y="95249"/>
                  </a:lnTo>
                  <a:lnTo>
                    <a:pt x="4966423" y="62776"/>
                  </a:lnTo>
                  <a:lnTo>
                    <a:pt x="4933949" y="36118"/>
                  </a:lnTo>
                  <a:lnTo>
                    <a:pt x="4896903" y="16306"/>
                  </a:lnTo>
                  <a:lnTo>
                    <a:pt x="4856695" y="4114"/>
                  </a:lnTo>
                  <a:lnTo>
                    <a:pt x="4814887" y="0"/>
                  </a:lnTo>
                  <a:close/>
                </a:path>
              </a:pathLst>
            </a:custGeom>
            <a:solidFill>
              <a:srgbClr val="040404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30" name="object 30"/>
            <p:cNvSpPr/>
            <p:nvPr/>
          </p:nvSpPr>
          <p:spPr>
            <a:xfrm>
              <a:off x="5800712" y="3714762"/>
              <a:ext cx="5029200" cy="1333500"/>
            </a:xfrm>
            <a:custGeom>
              <a:avLst/>
              <a:gdLst/>
              <a:ahLst/>
              <a:cxnLst/>
              <a:rect l="l" t="t" r="r" b="b"/>
              <a:pathLst>
                <a:path w="5029200" h="1333500">
                  <a:moveTo>
                    <a:pt x="5029200" y="215900"/>
                  </a:moveTo>
                  <a:lnTo>
                    <a:pt x="5028946" y="203200"/>
                  </a:lnTo>
                  <a:lnTo>
                    <a:pt x="5028171" y="190500"/>
                  </a:lnTo>
                  <a:lnTo>
                    <a:pt x="5026888" y="177800"/>
                  </a:lnTo>
                  <a:lnTo>
                    <a:pt x="5025085" y="165100"/>
                  </a:lnTo>
                  <a:lnTo>
                    <a:pt x="5023180" y="165100"/>
                  </a:lnTo>
                  <a:lnTo>
                    <a:pt x="5022926" y="163601"/>
                  </a:lnTo>
                  <a:lnTo>
                    <a:pt x="5021084" y="155371"/>
                  </a:lnTo>
                  <a:lnTo>
                    <a:pt x="5018849" y="147269"/>
                  </a:lnTo>
                  <a:lnTo>
                    <a:pt x="5017897" y="144411"/>
                  </a:lnTo>
                  <a:lnTo>
                    <a:pt x="5016678" y="139700"/>
                  </a:lnTo>
                  <a:lnTo>
                    <a:pt x="5012880" y="127000"/>
                  </a:lnTo>
                  <a:lnTo>
                    <a:pt x="5010150" y="118884"/>
                  </a:lnTo>
                  <a:lnTo>
                    <a:pt x="5010150" y="215900"/>
                  </a:lnTo>
                  <a:lnTo>
                    <a:pt x="5010150" y="1130300"/>
                  </a:lnTo>
                  <a:lnTo>
                    <a:pt x="5009921" y="1130300"/>
                  </a:lnTo>
                  <a:lnTo>
                    <a:pt x="5009210" y="1143000"/>
                  </a:lnTo>
                  <a:lnTo>
                    <a:pt x="5008042" y="1155700"/>
                  </a:lnTo>
                  <a:lnTo>
                    <a:pt x="5006391" y="1168400"/>
                  </a:lnTo>
                  <a:lnTo>
                    <a:pt x="5004295" y="1168400"/>
                  </a:lnTo>
                  <a:lnTo>
                    <a:pt x="5001742" y="1181100"/>
                  </a:lnTo>
                  <a:lnTo>
                    <a:pt x="4998745" y="1193800"/>
                  </a:lnTo>
                  <a:lnTo>
                    <a:pt x="4995291" y="1206500"/>
                  </a:lnTo>
                  <a:lnTo>
                    <a:pt x="4991405" y="1206500"/>
                  </a:lnTo>
                  <a:lnTo>
                    <a:pt x="4987099" y="1219200"/>
                  </a:lnTo>
                  <a:lnTo>
                    <a:pt x="4982388" y="1231900"/>
                  </a:lnTo>
                  <a:lnTo>
                    <a:pt x="4977244" y="1231900"/>
                  </a:lnTo>
                  <a:lnTo>
                    <a:pt x="4971720" y="1244600"/>
                  </a:lnTo>
                  <a:lnTo>
                    <a:pt x="4965839" y="1244600"/>
                  </a:lnTo>
                  <a:lnTo>
                    <a:pt x="4959591" y="1257300"/>
                  </a:lnTo>
                  <a:lnTo>
                    <a:pt x="4952962" y="1257300"/>
                  </a:lnTo>
                  <a:lnTo>
                    <a:pt x="4946015" y="1270000"/>
                  </a:lnTo>
                  <a:lnTo>
                    <a:pt x="4938763" y="1282700"/>
                  </a:lnTo>
                  <a:lnTo>
                    <a:pt x="4923371" y="1282700"/>
                  </a:lnTo>
                  <a:lnTo>
                    <a:pt x="4915268" y="1295400"/>
                  </a:lnTo>
                  <a:lnTo>
                    <a:pt x="4906937" y="1295400"/>
                  </a:lnTo>
                  <a:lnTo>
                    <a:pt x="4898390" y="1308100"/>
                  </a:lnTo>
                  <a:lnTo>
                    <a:pt x="4871567" y="1308100"/>
                  </a:lnTo>
                  <a:lnTo>
                    <a:pt x="4862347" y="1320800"/>
                  </a:lnTo>
                  <a:lnTo>
                    <a:pt x="166852" y="1320800"/>
                  </a:lnTo>
                  <a:lnTo>
                    <a:pt x="157632" y="1308100"/>
                  </a:lnTo>
                  <a:lnTo>
                    <a:pt x="130822" y="1308100"/>
                  </a:lnTo>
                  <a:lnTo>
                    <a:pt x="122275" y="1295400"/>
                  </a:lnTo>
                  <a:lnTo>
                    <a:pt x="113944" y="1295400"/>
                  </a:lnTo>
                  <a:lnTo>
                    <a:pt x="105829" y="1282700"/>
                  </a:lnTo>
                  <a:lnTo>
                    <a:pt x="90449" y="1282700"/>
                  </a:lnTo>
                  <a:lnTo>
                    <a:pt x="83197" y="1270000"/>
                  </a:lnTo>
                  <a:lnTo>
                    <a:pt x="76238" y="1257300"/>
                  </a:lnTo>
                  <a:lnTo>
                    <a:pt x="69621" y="1257300"/>
                  </a:lnTo>
                  <a:lnTo>
                    <a:pt x="63373" y="1244600"/>
                  </a:lnTo>
                  <a:lnTo>
                    <a:pt x="57480" y="1244600"/>
                  </a:lnTo>
                  <a:lnTo>
                    <a:pt x="51955" y="1231900"/>
                  </a:lnTo>
                  <a:lnTo>
                    <a:pt x="46824" y="1231900"/>
                  </a:lnTo>
                  <a:lnTo>
                    <a:pt x="42113" y="1219200"/>
                  </a:lnTo>
                  <a:lnTo>
                    <a:pt x="37807" y="1206500"/>
                  </a:lnTo>
                  <a:lnTo>
                    <a:pt x="33909" y="1206500"/>
                  </a:lnTo>
                  <a:lnTo>
                    <a:pt x="30467" y="1193800"/>
                  </a:lnTo>
                  <a:lnTo>
                    <a:pt x="27457" y="1181100"/>
                  </a:lnTo>
                  <a:lnTo>
                    <a:pt x="24904" y="1168400"/>
                  </a:lnTo>
                  <a:lnTo>
                    <a:pt x="22796" y="1168400"/>
                  </a:lnTo>
                  <a:lnTo>
                    <a:pt x="21158" y="1155700"/>
                  </a:lnTo>
                  <a:lnTo>
                    <a:pt x="19989" y="1143000"/>
                  </a:lnTo>
                  <a:lnTo>
                    <a:pt x="19291" y="1130300"/>
                  </a:lnTo>
                  <a:lnTo>
                    <a:pt x="19050" y="1130300"/>
                  </a:lnTo>
                  <a:lnTo>
                    <a:pt x="19050" y="215900"/>
                  </a:lnTo>
                  <a:lnTo>
                    <a:pt x="19291" y="203200"/>
                  </a:lnTo>
                  <a:lnTo>
                    <a:pt x="19989" y="190500"/>
                  </a:lnTo>
                  <a:lnTo>
                    <a:pt x="21158" y="177800"/>
                  </a:lnTo>
                  <a:lnTo>
                    <a:pt x="22796" y="177800"/>
                  </a:lnTo>
                  <a:lnTo>
                    <a:pt x="24904" y="165100"/>
                  </a:lnTo>
                  <a:lnTo>
                    <a:pt x="27457" y="152400"/>
                  </a:lnTo>
                  <a:lnTo>
                    <a:pt x="30467" y="139700"/>
                  </a:lnTo>
                  <a:lnTo>
                    <a:pt x="33909" y="139700"/>
                  </a:lnTo>
                  <a:lnTo>
                    <a:pt x="37807" y="127000"/>
                  </a:lnTo>
                  <a:lnTo>
                    <a:pt x="42113" y="114300"/>
                  </a:lnTo>
                  <a:lnTo>
                    <a:pt x="46824" y="114300"/>
                  </a:lnTo>
                  <a:lnTo>
                    <a:pt x="51955" y="101600"/>
                  </a:lnTo>
                  <a:lnTo>
                    <a:pt x="57480" y="88900"/>
                  </a:lnTo>
                  <a:lnTo>
                    <a:pt x="63373" y="88900"/>
                  </a:lnTo>
                  <a:lnTo>
                    <a:pt x="69621" y="76200"/>
                  </a:lnTo>
                  <a:lnTo>
                    <a:pt x="76238" y="76200"/>
                  </a:lnTo>
                  <a:lnTo>
                    <a:pt x="83197" y="63500"/>
                  </a:lnTo>
                  <a:lnTo>
                    <a:pt x="90449" y="63500"/>
                  </a:lnTo>
                  <a:lnTo>
                    <a:pt x="97993" y="50800"/>
                  </a:lnTo>
                  <a:lnTo>
                    <a:pt x="105829" y="50800"/>
                  </a:lnTo>
                  <a:lnTo>
                    <a:pt x="113944" y="38100"/>
                  </a:lnTo>
                  <a:lnTo>
                    <a:pt x="130822" y="38100"/>
                  </a:lnTo>
                  <a:lnTo>
                    <a:pt x="139585" y="25400"/>
                  </a:lnTo>
                  <a:lnTo>
                    <a:pt x="176212" y="25400"/>
                  </a:lnTo>
                  <a:lnTo>
                    <a:pt x="185674" y="12700"/>
                  </a:lnTo>
                  <a:lnTo>
                    <a:pt x="4843538" y="12700"/>
                  </a:lnTo>
                  <a:lnTo>
                    <a:pt x="4852987" y="25400"/>
                  </a:lnTo>
                  <a:lnTo>
                    <a:pt x="4889614" y="25400"/>
                  </a:lnTo>
                  <a:lnTo>
                    <a:pt x="4898390" y="38100"/>
                  </a:lnTo>
                  <a:lnTo>
                    <a:pt x="4915268" y="38100"/>
                  </a:lnTo>
                  <a:lnTo>
                    <a:pt x="4923371" y="50800"/>
                  </a:lnTo>
                  <a:lnTo>
                    <a:pt x="4931219" y="50800"/>
                  </a:lnTo>
                  <a:lnTo>
                    <a:pt x="4938763" y="63500"/>
                  </a:lnTo>
                  <a:lnTo>
                    <a:pt x="4946015" y="63500"/>
                  </a:lnTo>
                  <a:lnTo>
                    <a:pt x="4952962" y="76200"/>
                  </a:lnTo>
                  <a:lnTo>
                    <a:pt x="4959591" y="76200"/>
                  </a:lnTo>
                  <a:lnTo>
                    <a:pt x="4965839" y="88900"/>
                  </a:lnTo>
                  <a:lnTo>
                    <a:pt x="4971720" y="88900"/>
                  </a:lnTo>
                  <a:lnTo>
                    <a:pt x="4977244" y="101600"/>
                  </a:lnTo>
                  <a:lnTo>
                    <a:pt x="4982388" y="114300"/>
                  </a:lnTo>
                  <a:lnTo>
                    <a:pt x="4987099" y="114300"/>
                  </a:lnTo>
                  <a:lnTo>
                    <a:pt x="4991405" y="127000"/>
                  </a:lnTo>
                  <a:lnTo>
                    <a:pt x="4995291" y="139700"/>
                  </a:lnTo>
                  <a:lnTo>
                    <a:pt x="4997221" y="139700"/>
                  </a:lnTo>
                  <a:lnTo>
                    <a:pt x="4997729" y="141706"/>
                  </a:lnTo>
                  <a:lnTo>
                    <a:pt x="4999901" y="156438"/>
                  </a:lnTo>
                  <a:lnTo>
                    <a:pt x="5000625" y="171450"/>
                  </a:lnTo>
                  <a:lnTo>
                    <a:pt x="37058" y="171450"/>
                  </a:lnTo>
                  <a:lnTo>
                    <a:pt x="36982" y="171894"/>
                  </a:lnTo>
                  <a:lnTo>
                    <a:pt x="35953" y="180238"/>
                  </a:lnTo>
                  <a:lnTo>
                    <a:pt x="35344" y="188620"/>
                  </a:lnTo>
                  <a:lnTo>
                    <a:pt x="35128" y="197053"/>
                  </a:lnTo>
                  <a:lnTo>
                    <a:pt x="5009566" y="197053"/>
                  </a:lnTo>
                  <a:lnTo>
                    <a:pt x="5009921" y="203200"/>
                  </a:lnTo>
                  <a:lnTo>
                    <a:pt x="5010150" y="215900"/>
                  </a:lnTo>
                  <a:lnTo>
                    <a:pt x="5010150" y="118884"/>
                  </a:lnTo>
                  <a:lnTo>
                    <a:pt x="5008613" y="114300"/>
                  </a:lnTo>
                  <a:lnTo>
                    <a:pt x="5004892" y="114300"/>
                  </a:lnTo>
                  <a:lnTo>
                    <a:pt x="5001844" y="108902"/>
                  </a:lnTo>
                  <a:lnTo>
                    <a:pt x="5001438" y="108267"/>
                  </a:lnTo>
                  <a:lnTo>
                    <a:pt x="4998720" y="101600"/>
                  </a:lnTo>
                  <a:lnTo>
                    <a:pt x="4993081" y="88900"/>
                  </a:lnTo>
                  <a:lnTo>
                    <a:pt x="4987798" y="88900"/>
                  </a:lnTo>
                  <a:lnTo>
                    <a:pt x="4987315" y="88277"/>
                  </a:lnTo>
                  <a:lnTo>
                    <a:pt x="4985829" y="86575"/>
                  </a:lnTo>
                  <a:lnTo>
                    <a:pt x="4980559" y="76200"/>
                  </a:lnTo>
                  <a:lnTo>
                    <a:pt x="4973701" y="63500"/>
                  </a:lnTo>
                  <a:lnTo>
                    <a:pt x="4966424" y="63500"/>
                  </a:lnTo>
                  <a:lnTo>
                    <a:pt x="4958804" y="50800"/>
                  </a:lnTo>
                  <a:lnTo>
                    <a:pt x="4950853" y="50800"/>
                  </a:lnTo>
                  <a:lnTo>
                    <a:pt x="4942560" y="38100"/>
                  </a:lnTo>
                  <a:lnTo>
                    <a:pt x="4933950" y="38100"/>
                  </a:lnTo>
                  <a:lnTo>
                    <a:pt x="4925060" y="25400"/>
                  </a:lnTo>
                  <a:lnTo>
                    <a:pt x="4915916" y="25400"/>
                  </a:lnTo>
                  <a:lnTo>
                    <a:pt x="4906530" y="12700"/>
                  </a:lnTo>
                  <a:lnTo>
                    <a:pt x="4887087" y="12700"/>
                  </a:lnTo>
                  <a:lnTo>
                    <a:pt x="4877105" y="0"/>
                  </a:lnTo>
                  <a:lnTo>
                    <a:pt x="152107" y="0"/>
                  </a:lnTo>
                  <a:lnTo>
                    <a:pt x="142125" y="12700"/>
                  </a:lnTo>
                  <a:lnTo>
                    <a:pt x="122669" y="12700"/>
                  </a:lnTo>
                  <a:lnTo>
                    <a:pt x="113284" y="25400"/>
                  </a:lnTo>
                  <a:lnTo>
                    <a:pt x="104152" y="25400"/>
                  </a:lnTo>
                  <a:lnTo>
                    <a:pt x="95250" y="38100"/>
                  </a:lnTo>
                  <a:lnTo>
                    <a:pt x="86652" y="38100"/>
                  </a:lnTo>
                  <a:lnTo>
                    <a:pt x="78359" y="50800"/>
                  </a:lnTo>
                  <a:lnTo>
                    <a:pt x="70408" y="50800"/>
                  </a:lnTo>
                  <a:lnTo>
                    <a:pt x="62776" y="63500"/>
                  </a:lnTo>
                  <a:lnTo>
                    <a:pt x="55511" y="63500"/>
                  </a:lnTo>
                  <a:lnTo>
                    <a:pt x="48653" y="76200"/>
                  </a:lnTo>
                  <a:lnTo>
                    <a:pt x="42189" y="88900"/>
                  </a:lnTo>
                  <a:lnTo>
                    <a:pt x="36118" y="88900"/>
                  </a:lnTo>
                  <a:lnTo>
                    <a:pt x="30492" y="101600"/>
                  </a:lnTo>
                  <a:lnTo>
                    <a:pt x="25311" y="114300"/>
                  </a:lnTo>
                  <a:lnTo>
                    <a:pt x="20586" y="114300"/>
                  </a:lnTo>
                  <a:lnTo>
                    <a:pt x="16306" y="127000"/>
                  </a:lnTo>
                  <a:lnTo>
                    <a:pt x="12522" y="139700"/>
                  </a:lnTo>
                  <a:lnTo>
                    <a:pt x="9232" y="152400"/>
                  </a:lnTo>
                  <a:lnTo>
                    <a:pt x="6426" y="165100"/>
                  </a:lnTo>
                  <a:lnTo>
                    <a:pt x="4114" y="165100"/>
                  </a:lnTo>
                  <a:lnTo>
                    <a:pt x="2324" y="177800"/>
                  </a:lnTo>
                  <a:lnTo>
                    <a:pt x="1028" y="190500"/>
                  </a:lnTo>
                  <a:lnTo>
                    <a:pt x="266" y="203200"/>
                  </a:lnTo>
                  <a:lnTo>
                    <a:pt x="0" y="215900"/>
                  </a:lnTo>
                  <a:lnTo>
                    <a:pt x="0" y="1130300"/>
                  </a:lnTo>
                  <a:lnTo>
                    <a:pt x="266" y="1130300"/>
                  </a:lnTo>
                  <a:lnTo>
                    <a:pt x="1028" y="1143000"/>
                  </a:lnTo>
                  <a:lnTo>
                    <a:pt x="2324" y="1155700"/>
                  </a:lnTo>
                  <a:lnTo>
                    <a:pt x="4114" y="1168400"/>
                  </a:lnTo>
                  <a:lnTo>
                    <a:pt x="6426" y="1181100"/>
                  </a:lnTo>
                  <a:lnTo>
                    <a:pt x="9232" y="1193800"/>
                  </a:lnTo>
                  <a:lnTo>
                    <a:pt x="12522" y="1193800"/>
                  </a:lnTo>
                  <a:lnTo>
                    <a:pt x="16306" y="1206500"/>
                  </a:lnTo>
                  <a:lnTo>
                    <a:pt x="20586" y="1219200"/>
                  </a:lnTo>
                  <a:lnTo>
                    <a:pt x="25311" y="1231900"/>
                  </a:lnTo>
                  <a:lnTo>
                    <a:pt x="30492" y="1231900"/>
                  </a:lnTo>
                  <a:lnTo>
                    <a:pt x="36118" y="1244600"/>
                  </a:lnTo>
                  <a:lnTo>
                    <a:pt x="42189" y="1257300"/>
                  </a:lnTo>
                  <a:lnTo>
                    <a:pt x="48653" y="1257300"/>
                  </a:lnTo>
                  <a:lnTo>
                    <a:pt x="55511" y="1270000"/>
                  </a:lnTo>
                  <a:lnTo>
                    <a:pt x="62776" y="1282700"/>
                  </a:lnTo>
                  <a:lnTo>
                    <a:pt x="70408" y="1282700"/>
                  </a:lnTo>
                  <a:lnTo>
                    <a:pt x="78359" y="1295400"/>
                  </a:lnTo>
                  <a:lnTo>
                    <a:pt x="86652" y="1295400"/>
                  </a:lnTo>
                  <a:lnTo>
                    <a:pt x="95250" y="1308100"/>
                  </a:lnTo>
                  <a:lnTo>
                    <a:pt x="104152" y="1308100"/>
                  </a:lnTo>
                  <a:lnTo>
                    <a:pt x="113284" y="1320800"/>
                  </a:lnTo>
                  <a:lnTo>
                    <a:pt x="132295" y="1320800"/>
                  </a:lnTo>
                  <a:lnTo>
                    <a:pt x="142125" y="1333500"/>
                  </a:lnTo>
                  <a:lnTo>
                    <a:pt x="4887087" y="1333500"/>
                  </a:lnTo>
                  <a:lnTo>
                    <a:pt x="4896904" y="1320800"/>
                  </a:lnTo>
                  <a:lnTo>
                    <a:pt x="4915916" y="1320800"/>
                  </a:lnTo>
                  <a:lnTo>
                    <a:pt x="4925060" y="1308100"/>
                  </a:lnTo>
                  <a:lnTo>
                    <a:pt x="4933950" y="1308100"/>
                  </a:lnTo>
                  <a:lnTo>
                    <a:pt x="4942560" y="1295400"/>
                  </a:lnTo>
                  <a:lnTo>
                    <a:pt x="4950853" y="1295400"/>
                  </a:lnTo>
                  <a:lnTo>
                    <a:pt x="4958804" y="1282700"/>
                  </a:lnTo>
                  <a:lnTo>
                    <a:pt x="4966424" y="1282700"/>
                  </a:lnTo>
                  <a:lnTo>
                    <a:pt x="4973701" y="1270000"/>
                  </a:lnTo>
                  <a:lnTo>
                    <a:pt x="4980559" y="1257300"/>
                  </a:lnTo>
                  <a:lnTo>
                    <a:pt x="4987023" y="1257300"/>
                  </a:lnTo>
                  <a:lnTo>
                    <a:pt x="4993081" y="1244600"/>
                  </a:lnTo>
                  <a:lnTo>
                    <a:pt x="4998720" y="1231900"/>
                  </a:lnTo>
                  <a:lnTo>
                    <a:pt x="5003901" y="1231900"/>
                  </a:lnTo>
                  <a:lnTo>
                    <a:pt x="5008613" y="1219200"/>
                  </a:lnTo>
                  <a:lnTo>
                    <a:pt x="5012880" y="1206500"/>
                  </a:lnTo>
                  <a:lnTo>
                    <a:pt x="5016678" y="1193800"/>
                  </a:lnTo>
                  <a:lnTo>
                    <a:pt x="5019980" y="1193800"/>
                  </a:lnTo>
                  <a:lnTo>
                    <a:pt x="5026888" y="1155700"/>
                  </a:lnTo>
                  <a:lnTo>
                    <a:pt x="5028946" y="1130300"/>
                  </a:lnTo>
                  <a:lnTo>
                    <a:pt x="5029200" y="1130300"/>
                  </a:lnTo>
                  <a:lnTo>
                    <a:pt x="5029200" y="215900"/>
                  </a:lnTo>
                  <a:close/>
                </a:path>
              </a:pathLst>
            </a:custGeom>
            <a:solidFill>
              <a:srgbClr val="FFFFFF">
                <a:alpha val="25099"/>
              </a:srgbClr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31" name="object 31"/>
            <p:cNvSpPr/>
            <p:nvPr/>
          </p:nvSpPr>
          <p:spPr>
            <a:xfrm>
              <a:off x="5819774" y="3724274"/>
              <a:ext cx="4991100" cy="171450"/>
            </a:xfrm>
            <a:custGeom>
              <a:avLst/>
              <a:gdLst/>
              <a:ahLst/>
              <a:cxnLst/>
              <a:rect l="l" t="t" r="r" b="b"/>
              <a:pathLst>
                <a:path w="4991100" h="171450">
                  <a:moveTo>
                    <a:pt x="4819649" y="0"/>
                  </a:moveTo>
                  <a:lnTo>
                    <a:pt x="171449" y="0"/>
                  </a:lnTo>
                  <a:lnTo>
                    <a:pt x="154562" y="816"/>
                  </a:lnTo>
                  <a:lnTo>
                    <a:pt x="105841" y="13042"/>
                  </a:lnTo>
                  <a:lnTo>
                    <a:pt x="62736" y="38849"/>
                  </a:lnTo>
                  <a:lnTo>
                    <a:pt x="28868" y="76180"/>
                  </a:lnTo>
                  <a:lnTo>
                    <a:pt x="7345" y="121758"/>
                  </a:lnTo>
                  <a:lnTo>
                    <a:pt x="0" y="171449"/>
                  </a:lnTo>
                  <a:lnTo>
                    <a:pt x="4991099" y="171449"/>
                  </a:lnTo>
                  <a:lnTo>
                    <a:pt x="4983754" y="121758"/>
                  </a:lnTo>
                  <a:lnTo>
                    <a:pt x="4962230" y="76180"/>
                  </a:lnTo>
                  <a:lnTo>
                    <a:pt x="4928363" y="38849"/>
                  </a:lnTo>
                  <a:lnTo>
                    <a:pt x="4885257" y="13042"/>
                  </a:lnTo>
                  <a:lnTo>
                    <a:pt x="4836537" y="816"/>
                  </a:lnTo>
                  <a:lnTo>
                    <a:pt x="4819649" y="0"/>
                  </a:lnTo>
                  <a:close/>
                </a:path>
              </a:pathLst>
            </a:custGeom>
            <a:solidFill>
              <a:srgbClr val="232323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32" name="object 32"/>
            <p:cNvSpPr/>
            <p:nvPr/>
          </p:nvSpPr>
          <p:spPr>
            <a:xfrm>
              <a:off x="5820181" y="3876306"/>
              <a:ext cx="4990465" cy="19050"/>
            </a:xfrm>
            <a:custGeom>
              <a:avLst/>
              <a:gdLst/>
              <a:ahLst/>
              <a:cxnLst/>
              <a:rect l="l" t="t" r="r" b="b"/>
              <a:pathLst>
                <a:path w="4990465" h="19050">
                  <a:moveTo>
                    <a:pt x="4990274" y="2540"/>
                  </a:moveTo>
                  <a:lnTo>
                    <a:pt x="4989677" y="2540"/>
                  </a:lnTo>
                  <a:lnTo>
                    <a:pt x="4989677" y="0"/>
                  </a:lnTo>
                  <a:lnTo>
                    <a:pt x="596" y="0"/>
                  </a:lnTo>
                  <a:lnTo>
                    <a:pt x="596" y="2540"/>
                  </a:lnTo>
                  <a:lnTo>
                    <a:pt x="0" y="2540"/>
                  </a:lnTo>
                  <a:lnTo>
                    <a:pt x="0" y="19050"/>
                  </a:lnTo>
                  <a:lnTo>
                    <a:pt x="4990274" y="19050"/>
                  </a:lnTo>
                  <a:lnTo>
                    <a:pt x="4990274" y="2540"/>
                  </a:lnTo>
                  <a:close/>
                </a:path>
              </a:pathLst>
            </a:custGeom>
            <a:solidFill>
              <a:srgbClr val="FFFFFF">
                <a:alpha val="25099"/>
              </a:srgbClr>
            </a:solidFill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33" name="object 33"/>
          <p:cNvSpPr txBox="1"/>
          <p:nvPr/>
        </p:nvSpPr>
        <p:spPr>
          <a:xfrm>
            <a:off x="5978525" y="4049712"/>
            <a:ext cx="4133215" cy="549275"/>
          </a:xfrm>
          <a:prstGeom prst="rect">
            <a:avLst/>
          </a:prstGeom>
        </p:spPr>
        <p:txBody>
          <a:bodyPr vert="horz" wrap="square" lIns="0" tIns="1905" rIns="0" bIns="0" rtlCol="0">
            <a:spAutoFit/>
          </a:bodyPr>
          <a:lstStyle/>
          <a:p>
            <a:pPr marL="12700" marR="5080">
              <a:lnSpc>
                <a:spcPct val="106000"/>
              </a:lnSpc>
              <a:spcBef>
                <a:spcPts val="15"/>
              </a:spcBef>
            </a:pPr>
            <a:r>
              <a:rPr sz="1650" b="1" spc="-40" dirty="0">
                <a:solidFill>
                  <a:srgbClr val="E5E0DF"/>
                </a:solidFill>
                <a:latin typeface="Tahoma" panose="020B0604030504040204"/>
                <a:cs typeface="Tahoma" panose="020B0604030504040204"/>
              </a:rPr>
              <a:t>Inefficient</a:t>
            </a:r>
            <a:r>
              <a:rPr sz="1650" b="1" spc="35" dirty="0">
                <a:solidFill>
                  <a:srgbClr val="E5E0DF"/>
                </a:solidFill>
                <a:latin typeface="Tahoma" panose="020B0604030504040204"/>
                <a:cs typeface="Tahoma" panose="020B0604030504040204"/>
              </a:rPr>
              <a:t> </a:t>
            </a:r>
            <a:r>
              <a:rPr sz="1650" b="1" spc="-30" dirty="0">
                <a:solidFill>
                  <a:srgbClr val="E5E0DF"/>
                </a:solidFill>
                <a:latin typeface="Tahoma" panose="020B0604030504040204"/>
                <a:cs typeface="Tahoma" panose="020B0604030504040204"/>
              </a:rPr>
              <a:t>retrieval</a:t>
            </a:r>
            <a:r>
              <a:rPr sz="1650" b="1" spc="35" dirty="0">
                <a:solidFill>
                  <a:srgbClr val="E5E0DF"/>
                </a:solidFill>
                <a:latin typeface="Tahoma" panose="020B0604030504040204"/>
                <a:cs typeface="Tahoma" panose="020B0604030504040204"/>
              </a:rPr>
              <a:t> </a:t>
            </a:r>
            <a:r>
              <a:rPr sz="1650" b="1" dirty="0">
                <a:solidFill>
                  <a:srgbClr val="E5E0DF"/>
                </a:solidFill>
                <a:latin typeface="Tahoma" panose="020B0604030504040204"/>
                <a:cs typeface="Tahoma" panose="020B0604030504040204"/>
              </a:rPr>
              <a:t>of</a:t>
            </a:r>
            <a:r>
              <a:rPr sz="1650" b="1" spc="35" dirty="0">
                <a:solidFill>
                  <a:srgbClr val="E5E0DF"/>
                </a:solidFill>
                <a:latin typeface="Tahoma" panose="020B0604030504040204"/>
                <a:cs typeface="Tahoma" panose="020B0604030504040204"/>
              </a:rPr>
              <a:t> </a:t>
            </a:r>
            <a:r>
              <a:rPr sz="1650" b="1" dirty="0">
                <a:solidFill>
                  <a:srgbClr val="E5E0DF"/>
                </a:solidFill>
                <a:latin typeface="Tahoma" panose="020B0604030504040204"/>
                <a:cs typeface="Tahoma" panose="020B0604030504040204"/>
              </a:rPr>
              <a:t>specific</a:t>
            </a:r>
            <a:r>
              <a:rPr sz="1650" b="1" spc="35" dirty="0">
                <a:solidFill>
                  <a:srgbClr val="E5E0DF"/>
                </a:solidFill>
                <a:latin typeface="Tahoma" panose="020B0604030504040204"/>
                <a:cs typeface="Tahoma" panose="020B0604030504040204"/>
              </a:rPr>
              <a:t> </a:t>
            </a:r>
            <a:r>
              <a:rPr sz="1650" b="1" dirty="0">
                <a:solidFill>
                  <a:srgbClr val="E5E0DF"/>
                </a:solidFill>
                <a:latin typeface="Tahoma" panose="020B0604030504040204"/>
                <a:cs typeface="Tahoma" panose="020B0604030504040204"/>
              </a:rPr>
              <a:t>topics</a:t>
            </a:r>
            <a:r>
              <a:rPr sz="1650" b="1" spc="35" dirty="0">
                <a:solidFill>
                  <a:srgbClr val="E5E0DF"/>
                </a:solidFill>
                <a:latin typeface="Tahoma" panose="020B0604030504040204"/>
                <a:cs typeface="Tahoma" panose="020B0604030504040204"/>
              </a:rPr>
              <a:t> </a:t>
            </a:r>
            <a:r>
              <a:rPr sz="1650" b="1" spc="-25" dirty="0">
                <a:solidFill>
                  <a:srgbClr val="E5E0DF"/>
                </a:solidFill>
                <a:latin typeface="Tahoma" panose="020B0604030504040204"/>
                <a:cs typeface="Tahoma" panose="020B0604030504040204"/>
              </a:rPr>
              <a:t>or </a:t>
            </a:r>
            <a:r>
              <a:rPr sz="1650" b="1" spc="-10" dirty="0">
                <a:solidFill>
                  <a:srgbClr val="E5E0DF"/>
                </a:solidFill>
                <a:latin typeface="Tahoma" panose="020B0604030504040204"/>
                <a:cs typeface="Tahoma" panose="020B0604030504040204"/>
              </a:rPr>
              <a:t>sentiments</a:t>
            </a:r>
            <a:r>
              <a:rPr sz="1650" b="1" spc="-75" dirty="0">
                <a:solidFill>
                  <a:srgbClr val="E5E0DF"/>
                </a:solidFill>
                <a:latin typeface="Tahoma" panose="020B0604030504040204"/>
                <a:cs typeface="Tahoma" panose="020B0604030504040204"/>
              </a:rPr>
              <a:t> </a:t>
            </a:r>
            <a:r>
              <a:rPr sz="1650" b="1" spc="-40" dirty="0">
                <a:solidFill>
                  <a:srgbClr val="E5E0DF"/>
                </a:solidFill>
                <a:latin typeface="Tahoma" panose="020B0604030504040204"/>
                <a:cs typeface="Tahoma" panose="020B0604030504040204"/>
              </a:rPr>
              <a:t>within</a:t>
            </a:r>
            <a:r>
              <a:rPr sz="1650" b="1" spc="-70" dirty="0">
                <a:solidFill>
                  <a:srgbClr val="E5E0DF"/>
                </a:solidFill>
                <a:latin typeface="Tahoma" panose="020B0604030504040204"/>
                <a:cs typeface="Tahoma" panose="020B0604030504040204"/>
              </a:rPr>
              <a:t> </a:t>
            </a:r>
            <a:r>
              <a:rPr sz="1650" b="1" spc="-20" dirty="0">
                <a:solidFill>
                  <a:srgbClr val="E5E0DF"/>
                </a:solidFill>
                <a:latin typeface="Tahoma" panose="020B0604030504040204"/>
                <a:cs typeface="Tahoma" panose="020B0604030504040204"/>
              </a:rPr>
              <a:t>large</a:t>
            </a:r>
            <a:r>
              <a:rPr sz="1650" b="1" spc="-75" dirty="0">
                <a:solidFill>
                  <a:srgbClr val="E5E0DF"/>
                </a:solidFill>
                <a:latin typeface="Tahoma" panose="020B0604030504040204"/>
                <a:cs typeface="Tahoma" panose="020B0604030504040204"/>
              </a:rPr>
              <a:t> </a:t>
            </a:r>
            <a:r>
              <a:rPr sz="1650" b="1" spc="-10" dirty="0">
                <a:solidFill>
                  <a:srgbClr val="E5E0DF"/>
                </a:solidFill>
                <a:latin typeface="Tahoma" panose="020B0604030504040204"/>
                <a:cs typeface="Tahoma" panose="020B0604030504040204"/>
              </a:rPr>
              <a:t>audio</a:t>
            </a:r>
            <a:r>
              <a:rPr sz="1650" b="1" spc="-70" dirty="0">
                <a:solidFill>
                  <a:srgbClr val="E5E0DF"/>
                </a:solidFill>
                <a:latin typeface="Tahoma" panose="020B0604030504040204"/>
                <a:cs typeface="Tahoma" panose="020B0604030504040204"/>
              </a:rPr>
              <a:t> </a:t>
            </a:r>
            <a:r>
              <a:rPr sz="1650" b="1" spc="-10" dirty="0">
                <a:solidFill>
                  <a:srgbClr val="E5E0DF"/>
                </a:solidFill>
                <a:latin typeface="Tahoma" panose="020B0604030504040204"/>
                <a:cs typeface="Tahoma" panose="020B0604030504040204"/>
              </a:rPr>
              <a:t>files.</a:t>
            </a:r>
            <a:endParaRPr sz="1650">
              <a:latin typeface="Tahoma" panose="020B0604030504040204"/>
              <a:cs typeface="Tahoma" panose="020B0604030504040204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1" cstate="print"/>
          <a:stretch>
            <a:fillRect/>
          </a:stretch>
        </p:blipFill>
        <p:spPr>
          <a:xfrm>
            <a:off x="0" y="0"/>
            <a:ext cx="11430000" cy="6439153"/>
          </a:xfrm>
          <a:prstGeom prst="rect">
            <a:avLst/>
          </a:prstGeom>
        </p:spPr>
      </p:pic>
      <p:sp>
        <p:nvSpPr>
          <p:cNvPr id="3" name="object 3"/>
          <p:cNvSpPr/>
          <p:nvPr/>
        </p:nvSpPr>
        <p:spPr>
          <a:xfrm>
            <a:off x="0" y="0"/>
            <a:ext cx="11430000" cy="6438900"/>
          </a:xfrm>
          <a:custGeom>
            <a:avLst/>
            <a:gdLst/>
            <a:ahLst/>
            <a:cxnLst/>
            <a:rect l="l" t="t" r="r" b="b"/>
            <a:pathLst>
              <a:path w="11430000" h="6438900">
                <a:moveTo>
                  <a:pt x="11430000" y="0"/>
                </a:moveTo>
                <a:lnTo>
                  <a:pt x="0" y="0"/>
                </a:lnTo>
                <a:lnTo>
                  <a:pt x="0" y="6438900"/>
                </a:lnTo>
                <a:lnTo>
                  <a:pt x="11430000" y="6438900"/>
                </a:lnTo>
                <a:lnTo>
                  <a:pt x="11430000" y="0"/>
                </a:lnTo>
                <a:close/>
              </a:path>
            </a:pathLst>
          </a:custGeom>
          <a:solidFill>
            <a:srgbClr val="040404">
              <a:alpha val="79998"/>
            </a:srgbClr>
          </a:solidFill>
        </p:spPr>
        <p:txBody>
          <a:bodyPr wrap="square" lIns="0" tIns="0" rIns="0" bIns="0" rtlCol="0"/>
          <a:lstStyle/>
          <a:p/>
        </p:txBody>
      </p:sp>
      <p:sp>
        <p:nvSpPr>
          <p:cNvPr id="4" name="object 4"/>
          <p:cNvSpPr txBox="1">
            <a:spLocks noGrp="1"/>
          </p:cNvSpPr>
          <p:nvPr>
            <p:ph type="title"/>
          </p:nvPr>
        </p:nvSpPr>
        <p:spPr>
          <a:xfrm>
            <a:off x="587375" y="1768475"/>
            <a:ext cx="3860165" cy="53975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pc="-10" dirty="0"/>
              <a:t>Proposed</a:t>
            </a:r>
            <a:r>
              <a:rPr spc="-210" dirty="0"/>
              <a:t> </a:t>
            </a:r>
            <a:r>
              <a:rPr spc="-25" dirty="0"/>
              <a:t>Solution</a:t>
            </a:r>
            <a:endParaRPr spc="-25" dirty="0"/>
          </a:p>
        </p:txBody>
      </p:sp>
      <p:sp>
        <p:nvSpPr>
          <p:cNvPr id="5" name="object 5"/>
          <p:cNvSpPr/>
          <p:nvPr/>
        </p:nvSpPr>
        <p:spPr>
          <a:xfrm>
            <a:off x="625872" y="2607077"/>
            <a:ext cx="10220325" cy="2057400"/>
          </a:xfrm>
          <a:custGeom>
            <a:avLst/>
            <a:gdLst/>
            <a:ahLst/>
            <a:cxnLst/>
            <a:rect l="l" t="t" r="r" b="b"/>
            <a:pathLst>
              <a:path w="10220325" h="2057400">
                <a:moveTo>
                  <a:pt x="0" y="1906728"/>
                </a:moveTo>
                <a:lnTo>
                  <a:pt x="18891" y="1950101"/>
                </a:lnTo>
                <a:lnTo>
                  <a:pt x="43378" y="1984264"/>
                </a:lnTo>
                <a:lnTo>
                  <a:pt x="74056" y="2013004"/>
                </a:lnTo>
                <a:lnTo>
                  <a:pt x="109749" y="2035204"/>
                </a:lnTo>
                <a:lnTo>
                  <a:pt x="149095" y="2049999"/>
                </a:lnTo>
                <a:lnTo>
                  <a:pt x="190568" y="2056845"/>
                </a:lnTo>
                <a:lnTo>
                  <a:pt x="197569" y="2057200"/>
                </a:lnTo>
                <a:lnTo>
                  <a:pt x="10012828" y="2057200"/>
                </a:lnTo>
                <a:lnTo>
                  <a:pt x="10054509" y="2051714"/>
                </a:lnTo>
                <a:lnTo>
                  <a:pt x="10094311" y="2038201"/>
                </a:lnTo>
                <a:lnTo>
                  <a:pt x="10107382" y="2031597"/>
                </a:lnTo>
                <a:lnTo>
                  <a:pt x="188515" y="2031597"/>
                </a:lnTo>
                <a:lnTo>
                  <a:pt x="178455" y="2031352"/>
                </a:lnTo>
                <a:lnTo>
                  <a:pt x="138743" y="2025460"/>
                </a:lnTo>
                <a:lnTo>
                  <a:pt x="100947" y="2011927"/>
                </a:lnTo>
                <a:lnTo>
                  <a:pt x="66511" y="1991287"/>
                </a:lnTo>
                <a:lnTo>
                  <a:pt x="36769" y="1964326"/>
                </a:lnTo>
                <a:lnTo>
                  <a:pt x="12855" y="1932083"/>
                </a:lnTo>
                <a:lnTo>
                  <a:pt x="3391" y="1914380"/>
                </a:lnTo>
                <a:lnTo>
                  <a:pt x="0" y="1906728"/>
                </a:lnTo>
                <a:close/>
              </a:path>
              <a:path w="10220325" h="2057400">
                <a:moveTo>
                  <a:pt x="10069678" y="0"/>
                </a:moveTo>
                <a:lnTo>
                  <a:pt x="10103519" y="18241"/>
                </a:lnTo>
                <a:lnTo>
                  <a:pt x="10134545" y="43704"/>
                </a:lnTo>
                <a:lnTo>
                  <a:pt x="10160008" y="74730"/>
                </a:lnTo>
                <a:lnTo>
                  <a:pt x="10178944" y="110138"/>
                </a:lnTo>
                <a:lnTo>
                  <a:pt x="10190590" y="148555"/>
                </a:lnTo>
                <a:lnTo>
                  <a:pt x="10194527" y="188510"/>
                </a:lnTo>
                <a:lnTo>
                  <a:pt x="10194527" y="1826809"/>
                </a:lnTo>
                <a:lnTo>
                  <a:pt x="10190590" y="1866764"/>
                </a:lnTo>
                <a:lnTo>
                  <a:pt x="10178931" y="1905181"/>
                </a:lnTo>
                <a:lnTo>
                  <a:pt x="10160008" y="1940589"/>
                </a:lnTo>
                <a:lnTo>
                  <a:pt x="10134545" y="1971615"/>
                </a:lnTo>
                <a:lnTo>
                  <a:pt x="10103519" y="1997078"/>
                </a:lnTo>
                <a:lnTo>
                  <a:pt x="10068111" y="2016001"/>
                </a:lnTo>
                <a:lnTo>
                  <a:pt x="10029694" y="2027660"/>
                </a:lnTo>
                <a:lnTo>
                  <a:pt x="9989739" y="2031597"/>
                </a:lnTo>
                <a:lnTo>
                  <a:pt x="10107382" y="2031597"/>
                </a:lnTo>
                <a:lnTo>
                  <a:pt x="10147194" y="2004089"/>
                </a:lnTo>
                <a:lnTo>
                  <a:pt x="10175934" y="1973418"/>
                </a:lnTo>
                <a:lnTo>
                  <a:pt x="10198134" y="1937719"/>
                </a:lnTo>
                <a:lnTo>
                  <a:pt x="10212942" y="1898374"/>
                </a:lnTo>
                <a:lnTo>
                  <a:pt x="10219787" y="1856908"/>
                </a:lnTo>
                <a:lnTo>
                  <a:pt x="10220130" y="1849898"/>
                </a:lnTo>
                <a:lnTo>
                  <a:pt x="10220130" y="197565"/>
                </a:lnTo>
                <a:lnTo>
                  <a:pt x="10214644" y="155883"/>
                </a:lnTo>
                <a:lnTo>
                  <a:pt x="10201131" y="116081"/>
                </a:lnTo>
                <a:lnTo>
                  <a:pt x="10180100" y="79683"/>
                </a:lnTo>
                <a:lnTo>
                  <a:pt x="10152388" y="48073"/>
                </a:lnTo>
                <a:lnTo>
                  <a:pt x="10119038" y="22482"/>
                </a:lnTo>
                <a:lnTo>
                  <a:pt x="10081344" y="3902"/>
                </a:lnTo>
                <a:lnTo>
                  <a:pt x="10074740" y="1540"/>
                </a:lnTo>
                <a:lnTo>
                  <a:pt x="10069678" y="0"/>
                </a:lnTo>
                <a:close/>
              </a:path>
            </a:pathLst>
          </a:custGeom>
          <a:solidFill>
            <a:srgbClr val="FFFFFF">
              <a:alpha val="25099"/>
            </a:srgbClr>
          </a:solidFill>
        </p:spPr>
        <p:txBody>
          <a:bodyPr wrap="square" lIns="0" tIns="0" rIns="0" bIns="0" rtlCol="0"/>
          <a:lstStyle/>
          <a:p/>
        </p:txBody>
      </p:sp>
      <p:grpSp>
        <p:nvGrpSpPr>
          <p:cNvPr id="6" name="object 6"/>
          <p:cNvGrpSpPr/>
          <p:nvPr/>
        </p:nvGrpSpPr>
        <p:grpSpPr>
          <a:xfrm>
            <a:off x="600074" y="2581275"/>
            <a:ext cx="10229850" cy="2066925"/>
            <a:chOff x="600074" y="2581275"/>
            <a:chExt cx="10229850" cy="2066925"/>
          </a:xfrm>
        </p:grpSpPr>
        <p:sp>
          <p:nvSpPr>
            <p:cNvPr id="7" name="object 7"/>
            <p:cNvSpPr/>
            <p:nvPr/>
          </p:nvSpPr>
          <p:spPr>
            <a:xfrm>
              <a:off x="600074" y="2581275"/>
              <a:ext cx="10229850" cy="2066925"/>
            </a:xfrm>
            <a:custGeom>
              <a:avLst/>
              <a:gdLst/>
              <a:ahLst/>
              <a:cxnLst/>
              <a:rect l="l" t="t" r="r" b="b"/>
              <a:pathLst>
                <a:path w="10229850" h="2066925">
                  <a:moveTo>
                    <a:pt x="10015536" y="0"/>
                  </a:moveTo>
                  <a:lnTo>
                    <a:pt x="214312" y="0"/>
                  </a:lnTo>
                  <a:lnTo>
                    <a:pt x="203782" y="257"/>
                  </a:lnTo>
                  <a:lnTo>
                    <a:pt x="162225" y="6421"/>
                  </a:lnTo>
                  <a:lnTo>
                    <a:pt x="122669" y="20579"/>
                  </a:lnTo>
                  <a:lnTo>
                    <a:pt x="86635" y="42178"/>
                  </a:lnTo>
                  <a:lnTo>
                    <a:pt x="55507" y="70400"/>
                  </a:lnTo>
                  <a:lnTo>
                    <a:pt x="30482" y="104144"/>
                  </a:lnTo>
                  <a:lnTo>
                    <a:pt x="12521" y="142123"/>
                  </a:lnTo>
                  <a:lnTo>
                    <a:pt x="2316" y="182881"/>
                  </a:lnTo>
                  <a:lnTo>
                    <a:pt x="0" y="214312"/>
                  </a:lnTo>
                  <a:lnTo>
                    <a:pt x="0" y="1852612"/>
                  </a:lnTo>
                  <a:lnTo>
                    <a:pt x="4117" y="1894420"/>
                  </a:lnTo>
                  <a:lnTo>
                    <a:pt x="16311" y="1934628"/>
                  </a:lnTo>
                  <a:lnTo>
                    <a:pt x="36116" y="1971674"/>
                  </a:lnTo>
                  <a:lnTo>
                    <a:pt x="62771" y="2004148"/>
                  </a:lnTo>
                  <a:lnTo>
                    <a:pt x="95244" y="2030806"/>
                  </a:lnTo>
                  <a:lnTo>
                    <a:pt x="132298" y="2050605"/>
                  </a:lnTo>
                  <a:lnTo>
                    <a:pt x="172501" y="2062797"/>
                  </a:lnTo>
                  <a:lnTo>
                    <a:pt x="214312" y="2066924"/>
                  </a:lnTo>
                  <a:lnTo>
                    <a:pt x="10015536" y="2066924"/>
                  </a:lnTo>
                  <a:lnTo>
                    <a:pt x="10057345" y="2062797"/>
                  </a:lnTo>
                  <a:lnTo>
                    <a:pt x="10097553" y="2050605"/>
                  </a:lnTo>
                  <a:lnTo>
                    <a:pt x="10134599" y="2030806"/>
                  </a:lnTo>
                  <a:lnTo>
                    <a:pt x="10167073" y="2004148"/>
                  </a:lnTo>
                  <a:lnTo>
                    <a:pt x="10193730" y="1971674"/>
                  </a:lnTo>
                  <a:lnTo>
                    <a:pt x="10213529" y="1934628"/>
                  </a:lnTo>
                  <a:lnTo>
                    <a:pt x="10225734" y="1894420"/>
                  </a:lnTo>
                  <a:lnTo>
                    <a:pt x="10229849" y="1852612"/>
                  </a:lnTo>
                  <a:lnTo>
                    <a:pt x="10229849" y="214312"/>
                  </a:lnTo>
                  <a:lnTo>
                    <a:pt x="10225734" y="172504"/>
                  </a:lnTo>
                  <a:lnTo>
                    <a:pt x="10213529" y="132295"/>
                  </a:lnTo>
                  <a:lnTo>
                    <a:pt x="10193730" y="95249"/>
                  </a:lnTo>
                  <a:lnTo>
                    <a:pt x="10167073" y="62776"/>
                  </a:lnTo>
                  <a:lnTo>
                    <a:pt x="10134599" y="36118"/>
                  </a:lnTo>
                  <a:lnTo>
                    <a:pt x="10097553" y="16306"/>
                  </a:lnTo>
                  <a:lnTo>
                    <a:pt x="10057345" y="4114"/>
                  </a:lnTo>
                  <a:lnTo>
                    <a:pt x="10015536" y="0"/>
                  </a:lnTo>
                  <a:close/>
                </a:path>
              </a:pathLst>
            </a:custGeom>
            <a:solidFill>
              <a:srgbClr val="232323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8" name="object 8"/>
            <p:cNvSpPr/>
            <p:nvPr/>
          </p:nvSpPr>
          <p:spPr>
            <a:xfrm>
              <a:off x="600074" y="2590800"/>
              <a:ext cx="10229850" cy="2057400"/>
            </a:xfrm>
            <a:custGeom>
              <a:avLst/>
              <a:gdLst/>
              <a:ahLst/>
              <a:cxnLst/>
              <a:rect l="l" t="t" r="r" b="b"/>
              <a:pathLst>
                <a:path w="10229850" h="2057400">
                  <a:moveTo>
                    <a:pt x="10097553" y="2044700"/>
                  </a:moveTo>
                  <a:lnTo>
                    <a:pt x="132298" y="2044700"/>
                  </a:lnTo>
                  <a:lnTo>
                    <a:pt x="142124" y="2057400"/>
                  </a:lnTo>
                  <a:lnTo>
                    <a:pt x="10087725" y="2057400"/>
                  </a:lnTo>
                  <a:lnTo>
                    <a:pt x="10097553" y="2044700"/>
                  </a:lnTo>
                  <a:close/>
                </a:path>
                <a:path w="10229850" h="2057400">
                  <a:moveTo>
                    <a:pt x="157628" y="2032000"/>
                  </a:moveTo>
                  <a:lnTo>
                    <a:pt x="104143" y="2032000"/>
                  </a:lnTo>
                  <a:lnTo>
                    <a:pt x="113284" y="2044700"/>
                  </a:lnTo>
                  <a:lnTo>
                    <a:pt x="166854" y="2044700"/>
                  </a:lnTo>
                  <a:lnTo>
                    <a:pt x="157628" y="2032000"/>
                  </a:lnTo>
                  <a:close/>
                </a:path>
                <a:path w="10229850" h="2057400">
                  <a:moveTo>
                    <a:pt x="10125703" y="2032000"/>
                  </a:moveTo>
                  <a:lnTo>
                    <a:pt x="10072217" y="2032000"/>
                  </a:lnTo>
                  <a:lnTo>
                    <a:pt x="10062992" y="2044700"/>
                  </a:lnTo>
                  <a:lnTo>
                    <a:pt x="10116562" y="2044700"/>
                  </a:lnTo>
                  <a:lnTo>
                    <a:pt x="10125703" y="2032000"/>
                  </a:lnTo>
                  <a:close/>
                </a:path>
                <a:path w="10229850" h="2057400">
                  <a:moveTo>
                    <a:pt x="122266" y="2019300"/>
                  </a:moveTo>
                  <a:lnTo>
                    <a:pt x="86635" y="2019300"/>
                  </a:lnTo>
                  <a:lnTo>
                    <a:pt x="95244" y="2032000"/>
                  </a:lnTo>
                  <a:lnTo>
                    <a:pt x="130817" y="2032000"/>
                  </a:lnTo>
                  <a:lnTo>
                    <a:pt x="122266" y="2019300"/>
                  </a:lnTo>
                  <a:close/>
                </a:path>
                <a:path w="10229850" h="2057400">
                  <a:moveTo>
                    <a:pt x="10143209" y="2019300"/>
                  </a:moveTo>
                  <a:lnTo>
                    <a:pt x="10107580" y="2019300"/>
                  </a:lnTo>
                  <a:lnTo>
                    <a:pt x="10099031" y="2032000"/>
                  </a:lnTo>
                  <a:lnTo>
                    <a:pt x="10134599" y="2032000"/>
                  </a:lnTo>
                  <a:lnTo>
                    <a:pt x="10143209" y="2019300"/>
                  </a:lnTo>
                  <a:close/>
                </a:path>
                <a:path w="10229850" h="2057400">
                  <a:moveTo>
                    <a:pt x="105831" y="2006600"/>
                  </a:moveTo>
                  <a:lnTo>
                    <a:pt x="70398" y="2006600"/>
                  </a:lnTo>
                  <a:lnTo>
                    <a:pt x="78353" y="2019300"/>
                  </a:lnTo>
                  <a:lnTo>
                    <a:pt x="113938" y="2019300"/>
                  </a:lnTo>
                  <a:lnTo>
                    <a:pt x="105831" y="2006600"/>
                  </a:lnTo>
                  <a:close/>
                </a:path>
                <a:path w="10229850" h="2057400">
                  <a:moveTo>
                    <a:pt x="10159449" y="2006600"/>
                  </a:moveTo>
                  <a:lnTo>
                    <a:pt x="10124020" y="2006600"/>
                  </a:lnTo>
                  <a:lnTo>
                    <a:pt x="10115909" y="2019300"/>
                  </a:lnTo>
                  <a:lnTo>
                    <a:pt x="10151493" y="2019300"/>
                  </a:lnTo>
                  <a:lnTo>
                    <a:pt x="10159449" y="2006600"/>
                  </a:lnTo>
                  <a:close/>
                </a:path>
                <a:path w="10229850" h="2057400">
                  <a:moveTo>
                    <a:pt x="76239" y="1981200"/>
                  </a:moveTo>
                  <a:lnTo>
                    <a:pt x="48643" y="1981200"/>
                  </a:lnTo>
                  <a:lnTo>
                    <a:pt x="55507" y="1993900"/>
                  </a:lnTo>
                  <a:lnTo>
                    <a:pt x="62771" y="2006600"/>
                  </a:lnTo>
                  <a:lnTo>
                    <a:pt x="90438" y="2006600"/>
                  </a:lnTo>
                  <a:lnTo>
                    <a:pt x="83190" y="1993900"/>
                  </a:lnTo>
                  <a:lnTo>
                    <a:pt x="76239" y="1981200"/>
                  </a:lnTo>
                  <a:close/>
                </a:path>
                <a:path w="10229850" h="2057400">
                  <a:moveTo>
                    <a:pt x="10181202" y="1981200"/>
                  </a:moveTo>
                  <a:lnTo>
                    <a:pt x="10153611" y="1981200"/>
                  </a:lnTo>
                  <a:lnTo>
                    <a:pt x="10146660" y="1993900"/>
                  </a:lnTo>
                  <a:lnTo>
                    <a:pt x="10139411" y="2006600"/>
                  </a:lnTo>
                  <a:lnTo>
                    <a:pt x="10167073" y="2006600"/>
                  </a:lnTo>
                  <a:lnTo>
                    <a:pt x="10174338" y="1993900"/>
                  </a:lnTo>
                  <a:lnTo>
                    <a:pt x="10181202" y="1981200"/>
                  </a:lnTo>
                  <a:close/>
                </a:path>
                <a:path w="10229850" h="2057400">
                  <a:moveTo>
                    <a:pt x="51955" y="1955800"/>
                  </a:moveTo>
                  <a:lnTo>
                    <a:pt x="30482" y="1955800"/>
                  </a:lnTo>
                  <a:lnTo>
                    <a:pt x="36116" y="1968500"/>
                  </a:lnTo>
                  <a:lnTo>
                    <a:pt x="42179" y="1981200"/>
                  </a:lnTo>
                  <a:lnTo>
                    <a:pt x="69623" y="1981200"/>
                  </a:lnTo>
                  <a:lnTo>
                    <a:pt x="63370" y="1968500"/>
                  </a:lnTo>
                  <a:lnTo>
                    <a:pt x="57481" y="1968500"/>
                  </a:lnTo>
                  <a:lnTo>
                    <a:pt x="51955" y="1955800"/>
                  </a:lnTo>
                  <a:close/>
                </a:path>
                <a:path w="10229850" h="2057400">
                  <a:moveTo>
                    <a:pt x="10199362" y="1955800"/>
                  </a:moveTo>
                  <a:lnTo>
                    <a:pt x="10177893" y="1955800"/>
                  </a:lnTo>
                  <a:lnTo>
                    <a:pt x="10172369" y="1968500"/>
                  </a:lnTo>
                  <a:lnTo>
                    <a:pt x="10166481" y="1968500"/>
                  </a:lnTo>
                  <a:lnTo>
                    <a:pt x="10160229" y="1981200"/>
                  </a:lnTo>
                  <a:lnTo>
                    <a:pt x="10187665" y="1981200"/>
                  </a:lnTo>
                  <a:lnTo>
                    <a:pt x="10193730" y="1968500"/>
                  </a:lnTo>
                  <a:lnTo>
                    <a:pt x="10199362" y="1955800"/>
                  </a:lnTo>
                  <a:close/>
                </a:path>
                <a:path w="10229850" h="2057400">
                  <a:moveTo>
                    <a:pt x="19284" y="1854200"/>
                  </a:moveTo>
                  <a:lnTo>
                    <a:pt x="257" y="1854200"/>
                  </a:lnTo>
                  <a:lnTo>
                    <a:pt x="1029" y="1866900"/>
                  </a:lnTo>
                  <a:lnTo>
                    <a:pt x="2316" y="1879600"/>
                  </a:lnTo>
                  <a:lnTo>
                    <a:pt x="4117" y="1892300"/>
                  </a:lnTo>
                  <a:lnTo>
                    <a:pt x="6422" y="1905000"/>
                  </a:lnTo>
                  <a:lnTo>
                    <a:pt x="9224" y="1917700"/>
                  </a:lnTo>
                  <a:lnTo>
                    <a:pt x="12521" y="1917700"/>
                  </a:lnTo>
                  <a:lnTo>
                    <a:pt x="16311" y="1930400"/>
                  </a:lnTo>
                  <a:lnTo>
                    <a:pt x="20580" y="1943100"/>
                  </a:lnTo>
                  <a:lnTo>
                    <a:pt x="25303" y="1955800"/>
                  </a:lnTo>
                  <a:lnTo>
                    <a:pt x="46823" y="1955800"/>
                  </a:lnTo>
                  <a:lnTo>
                    <a:pt x="42104" y="1943100"/>
                  </a:lnTo>
                  <a:lnTo>
                    <a:pt x="37800" y="1930400"/>
                  </a:lnTo>
                  <a:lnTo>
                    <a:pt x="33912" y="1930400"/>
                  </a:lnTo>
                  <a:lnTo>
                    <a:pt x="30458" y="1917700"/>
                  </a:lnTo>
                  <a:lnTo>
                    <a:pt x="27454" y="1905000"/>
                  </a:lnTo>
                  <a:lnTo>
                    <a:pt x="24901" y="1892300"/>
                  </a:lnTo>
                  <a:lnTo>
                    <a:pt x="22800" y="1892300"/>
                  </a:lnTo>
                  <a:lnTo>
                    <a:pt x="21159" y="1879600"/>
                  </a:lnTo>
                  <a:lnTo>
                    <a:pt x="19987" y="1866900"/>
                  </a:lnTo>
                  <a:lnTo>
                    <a:pt x="19284" y="1854200"/>
                  </a:lnTo>
                  <a:close/>
                </a:path>
                <a:path w="10229850" h="2057400">
                  <a:moveTo>
                    <a:pt x="10229592" y="1854200"/>
                  </a:moveTo>
                  <a:lnTo>
                    <a:pt x="10210563" y="1854200"/>
                  </a:lnTo>
                  <a:lnTo>
                    <a:pt x="10209858" y="1866900"/>
                  </a:lnTo>
                  <a:lnTo>
                    <a:pt x="10208683" y="1879600"/>
                  </a:lnTo>
                  <a:lnTo>
                    <a:pt x="10207040" y="1892300"/>
                  </a:lnTo>
                  <a:lnTo>
                    <a:pt x="10204939" y="1892300"/>
                  </a:lnTo>
                  <a:lnTo>
                    <a:pt x="10202390" y="1905000"/>
                  </a:lnTo>
                  <a:lnTo>
                    <a:pt x="10199391" y="1917700"/>
                  </a:lnTo>
                  <a:lnTo>
                    <a:pt x="10195940" y="1930400"/>
                  </a:lnTo>
                  <a:lnTo>
                    <a:pt x="10192049" y="1930400"/>
                  </a:lnTo>
                  <a:lnTo>
                    <a:pt x="10187745" y="1943100"/>
                  </a:lnTo>
                  <a:lnTo>
                    <a:pt x="10183028" y="1955800"/>
                  </a:lnTo>
                  <a:lnTo>
                    <a:pt x="10204539" y="1955800"/>
                  </a:lnTo>
                  <a:lnTo>
                    <a:pt x="10209262" y="1943100"/>
                  </a:lnTo>
                  <a:lnTo>
                    <a:pt x="10213529" y="1930400"/>
                  </a:lnTo>
                  <a:lnTo>
                    <a:pt x="10217321" y="1917700"/>
                  </a:lnTo>
                  <a:lnTo>
                    <a:pt x="10220618" y="1917700"/>
                  </a:lnTo>
                  <a:lnTo>
                    <a:pt x="10223422" y="1905000"/>
                  </a:lnTo>
                  <a:lnTo>
                    <a:pt x="10225734" y="1892300"/>
                  </a:lnTo>
                  <a:lnTo>
                    <a:pt x="10227534" y="1879600"/>
                  </a:lnTo>
                  <a:lnTo>
                    <a:pt x="10228820" y="1866900"/>
                  </a:lnTo>
                  <a:lnTo>
                    <a:pt x="10229592" y="1854200"/>
                  </a:lnTo>
                  <a:close/>
                </a:path>
                <a:path w="10229850" h="2057400">
                  <a:moveTo>
                    <a:pt x="42104" y="114300"/>
                  </a:moveTo>
                  <a:lnTo>
                    <a:pt x="20580" y="114300"/>
                  </a:lnTo>
                  <a:lnTo>
                    <a:pt x="16311" y="127000"/>
                  </a:lnTo>
                  <a:lnTo>
                    <a:pt x="12521" y="139700"/>
                  </a:lnTo>
                  <a:lnTo>
                    <a:pt x="9224" y="152400"/>
                  </a:lnTo>
                  <a:lnTo>
                    <a:pt x="6422" y="165100"/>
                  </a:lnTo>
                  <a:lnTo>
                    <a:pt x="4117" y="165100"/>
                  </a:lnTo>
                  <a:lnTo>
                    <a:pt x="2316" y="177800"/>
                  </a:lnTo>
                  <a:lnTo>
                    <a:pt x="1029" y="190500"/>
                  </a:lnTo>
                  <a:lnTo>
                    <a:pt x="257" y="203200"/>
                  </a:lnTo>
                  <a:lnTo>
                    <a:pt x="0" y="215900"/>
                  </a:lnTo>
                  <a:lnTo>
                    <a:pt x="0" y="1854200"/>
                  </a:lnTo>
                  <a:lnTo>
                    <a:pt x="19049" y="1854200"/>
                  </a:lnTo>
                  <a:lnTo>
                    <a:pt x="19049" y="215900"/>
                  </a:lnTo>
                  <a:lnTo>
                    <a:pt x="19284" y="203200"/>
                  </a:lnTo>
                  <a:lnTo>
                    <a:pt x="19987" y="190500"/>
                  </a:lnTo>
                  <a:lnTo>
                    <a:pt x="21159" y="177800"/>
                  </a:lnTo>
                  <a:lnTo>
                    <a:pt x="22800" y="177800"/>
                  </a:lnTo>
                  <a:lnTo>
                    <a:pt x="24901" y="165100"/>
                  </a:lnTo>
                  <a:lnTo>
                    <a:pt x="27454" y="152400"/>
                  </a:lnTo>
                  <a:lnTo>
                    <a:pt x="30458" y="139700"/>
                  </a:lnTo>
                  <a:lnTo>
                    <a:pt x="33912" y="139700"/>
                  </a:lnTo>
                  <a:lnTo>
                    <a:pt x="37800" y="127000"/>
                  </a:lnTo>
                  <a:lnTo>
                    <a:pt x="42104" y="114300"/>
                  </a:lnTo>
                  <a:close/>
                </a:path>
                <a:path w="10229850" h="2057400">
                  <a:moveTo>
                    <a:pt x="10209262" y="114300"/>
                  </a:moveTo>
                  <a:lnTo>
                    <a:pt x="10187745" y="114300"/>
                  </a:lnTo>
                  <a:lnTo>
                    <a:pt x="10192049" y="127000"/>
                  </a:lnTo>
                  <a:lnTo>
                    <a:pt x="10195940" y="139700"/>
                  </a:lnTo>
                  <a:lnTo>
                    <a:pt x="10199391" y="139700"/>
                  </a:lnTo>
                  <a:lnTo>
                    <a:pt x="10202390" y="152400"/>
                  </a:lnTo>
                  <a:lnTo>
                    <a:pt x="10204939" y="165100"/>
                  </a:lnTo>
                  <a:lnTo>
                    <a:pt x="10207040" y="177800"/>
                  </a:lnTo>
                  <a:lnTo>
                    <a:pt x="10208683" y="177800"/>
                  </a:lnTo>
                  <a:lnTo>
                    <a:pt x="10209858" y="190500"/>
                  </a:lnTo>
                  <a:lnTo>
                    <a:pt x="10210563" y="203200"/>
                  </a:lnTo>
                  <a:lnTo>
                    <a:pt x="10210799" y="215900"/>
                  </a:lnTo>
                  <a:lnTo>
                    <a:pt x="10210799" y="1854200"/>
                  </a:lnTo>
                  <a:lnTo>
                    <a:pt x="10229849" y="1854200"/>
                  </a:lnTo>
                  <a:lnTo>
                    <a:pt x="10229849" y="215900"/>
                  </a:lnTo>
                  <a:lnTo>
                    <a:pt x="10229592" y="203200"/>
                  </a:lnTo>
                  <a:lnTo>
                    <a:pt x="10228820" y="190500"/>
                  </a:lnTo>
                  <a:lnTo>
                    <a:pt x="10227534" y="177800"/>
                  </a:lnTo>
                  <a:lnTo>
                    <a:pt x="10225734" y="165100"/>
                  </a:lnTo>
                  <a:lnTo>
                    <a:pt x="10223422" y="165100"/>
                  </a:lnTo>
                  <a:lnTo>
                    <a:pt x="10220618" y="152400"/>
                  </a:lnTo>
                  <a:lnTo>
                    <a:pt x="10217321" y="139700"/>
                  </a:lnTo>
                  <a:lnTo>
                    <a:pt x="10213529" y="127000"/>
                  </a:lnTo>
                  <a:lnTo>
                    <a:pt x="10209262" y="114300"/>
                  </a:lnTo>
                  <a:close/>
                </a:path>
                <a:path w="10229850" h="2057400">
                  <a:moveTo>
                    <a:pt x="57481" y="88900"/>
                  </a:moveTo>
                  <a:lnTo>
                    <a:pt x="36116" y="88900"/>
                  </a:lnTo>
                  <a:lnTo>
                    <a:pt x="30482" y="101600"/>
                  </a:lnTo>
                  <a:lnTo>
                    <a:pt x="25303" y="114300"/>
                  </a:lnTo>
                  <a:lnTo>
                    <a:pt x="46823" y="114300"/>
                  </a:lnTo>
                  <a:lnTo>
                    <a:pt x="51955" y="101600"/>
                  </a:lnTo>
                  <a:lnTo>
                    <a:pt x="57481" y="88900"/>
                  </a:lnTo>
                  <a:close/>
                </a:path>
                <a:path w="10229850" h="2057400">
                  <a:moveTo>
                    <a:pt x="10193730" y="88900"/>
                  </a:moveTo>
                  <a:lnTo>
                    <a:pt x="10172369" y="88900"/>
                  </a:lnTo>
                  <a:lnTo>
                    <a:pt x="10177893" y="101600"/>
                  </a:lnTo>
                  <a:lnTo>
                    <a:pt x="10183028" y="114300"/>
                  </a:lnTo>
                  <a:lnTo>
                    <a:pt x="10204539" y="114300"/>
                  </a:lnTo>
                  <a:lnTo>
                    <a:pt x="10199362" y="101600"/>
                  </a:lnTo>
                  <a:lnTo>
                    <a:pt x="10193730" y="88900"/>
                  </a:lnTo>
                  <a:close/>
                </a:path>
                <a:path w="10229850" h="2057400">
                  <a:moveTo>
                    <a:pt x="83190" y="63500"/>
                  </a:moveTo>
                  <a:lnTo>
                    <a:pt x="55507" y="63500"/>
                  </a:lnTo>
                  <a:lnTo>
                    <a:pt x="48643" y="76200"/>
                  </a:lnTo>
                  <a:lnTo>
                    <a:pt x="42179" y="88900"/>
                  </a:lnTo>
                  <a:lnTo>
                    <a:pt x="63370" y="88900"/>
                  </a:lnTo>
                  <a:lnTo>
                    <a:pt x="69623" y="76200"/>
                  </a:lnTo>
                  <a:lnTo>
                    <a:pt x="76239" y="76200"/>
                  </a:lnTo>
                  <a:lnTo>
                    <a:pt x="83190" y="63500"/>
                  </a:lnTo>
                  <a:close/>
                </a:path>
                <a:path w="10229850" h="2057400">
                  <a:moveTo>
                    <a:pt x="10174338" y="63500"/>
                  </a:moveTo>
                  <a:lnTo>
                    <a:pt x="10146660" y="63500"/>
                  </a:lnTo>
                  <a:lnTo>
                    <a:pt x="10153611" y="76200"/>
                  </a:lnTo>
                  <a:lnTo>
                    <a:pt x="10160229" y="76200"/>
                  </a:lnTo>
                  <a:lnTo>
                    <a:pt x="10166481" y="88900"/>
                  </a:lnTo>
                  <a:lnTo>
                    <a:pt x="10187665" y="88900"/>
                  </a:lnTo>
                  <a:lnTo>
                    <a:pt x="10181202" y="76200"/>
                  </a:lnTo>
                  <a:lnTo>
                    <a:pt x="10174338" y="63500"/>
                  </a:lnTo>
                  <a:close/>
                </a:path>
                <a:path w="10229850" h="2057400">
                  <a:moveTo>
                    <a:pt x="97985" y="50800"/>
                  </a:moveTo>
                  <a:lnTo>
                    <a:pt x="70398" y="50800"/>
                  </a:lnTo>
                  <a:lnTo>
                    <a:pt x="62771" y="63500"/>
                  </a:lnTo>
                  <a:lnTo>
                    <a:pt x="90438" y="63500"/>
                  </a:lnTo>
                  <a:lnTo>
                    <a:pt x="97985" y="50800"/>
                  </a:lnTo>
                  <a:close/>
                </a:path>
                <a:path w="10229850" h="2057400">
                  <a:moveTo>
                    <a:pt x="10159449" y="50800"/>
                  </a:moveTo>
                  <a:lnTo>
                    <a:pt x="10131864" y="50800"/>
                  </a:lnTo>
                  <a:lnTo>
                    <a:pt x="10139411" y="63500"/>
                  </a:lnTo>
                  <a:lnTo>
                    <a:pt x="10167073" y="63500"/>
                  </a:lnTo>
                  <a:lnTo>
                    <a:pt x="10159449" y="50800"/>
                  </a:lnTo>
                  <a:close/>
                </a:path>
                <a:path w="10229850" h="2057400">
                  <a:moveTo>
                    <a:pt x="113938" y="38100"/>
                  </a:moveTo>
                  <a:lnTo>
                    <a:pt x="86635" y="38100"/>
                  </a:lnTo>
                  <a:lnTo>
                    <a:pt x="78353" y="50800"/>
                  </a:lnTo>
                  <a:lnTo>
                    <a:pt x="105831" y="50800"/>
                  </a:lnTo>
                  <a:lnTo>
                    <a:pt x="113938" y="38100"/>
                  </a:lnTo>
                  <a:close/>
                </a:path>
                <a:path w="10229850" h="2057400">
                  <a:moveTo>
                    <a:pt x="10143209" y="38100"/>
                  </a:moveTo>
                  <a:lnTo>
                    <a:pt x="10115909" y="38100"/>
                  </a:lnTo>
                  <a:lnTo>
                    <a:pt x="10124020" y="50800"/>
                  </a:lnTo>
                  <a:lnTo>
                    <a:pt x="10151493" y="50800"/>
                  </a:lnTo>
                  <a:lnTo>
                    <a:pt x="10143209" y="38100"/>
                  </a:lnTo>
                  <a:close/>
                </a:path>
                <a:path w="10229850" h="2057400">
                  <a:moveTo>
                    <a:pt x="139590" y="25400"/>
                  </a:moveTo>
                  <a:lnTo>
                    <a:pt x="104143" y="25400"/>
                  </a:lnTo>
                  <a:lnTo>
                    <a:pt x="95244" y="38100"/>
                  </a:lnTo>
                  <a:lnTo>
                    <a:pt x="130817" y="38100"/>
                  </a:lnTo>
                  <a:lnTo>
                    <a:pt x="139590" y="25400"/>
                  </a:lnTo>
                  <a:close/>
                </a:path>
                <a:path w="10229850" h="2057400">
                  <a:moveTo>
                    <a:pt x="10125703" y="25400"/>
                  </a:moveTo>
                  <a:lnTo>
                    <a:pt x="10090263" y="25400"/>
                  </a:lnTo>
                  <a:lnTo>
                    <a:pt x="10099031" y="38100"/>
                  </a:lnTo>
                  <a:lnTo>
                    <a:pt x="10134599" y="38100"/>
                  </a:lnTo>
                  <a:lnTo>
                    <a:pt x="10125703" y="25400"/>
                  </a:lnTo>
                  <a:close/>
                </a:path>
                <a:path w="10229850" h="2057400">
                  <a:moveTo>
                    <a:pt x="185672" y="12700"/>
                  </a:moveTo>
                  <a:lnTo>
                    <a:pt x="122669" y="12700"/>
                  </a:lnTo>
                  <a:lnTo>
                    <a:pt x="113284" y="25400"/>
                  </a:lnTo>
                  <a:lnTo>
                    <a:pt x="176217" y="25400"/>
                  </a:lnTo>
                  <a:lnTo>
                    <a:pt x="185672" y="12700"/>
                  </a:lnTo>
                  <a:close/>
                </a:path>
                <a:path w="10229850" h="2057400">
                  <a:moveTo>
                    <a:pt x="10107178" y="12700"/>
                  </a:moveTo>
                  <a:lnTo>
                    <a:pt x="10044176" y="12700"/>
                  </a:lnTo>
                  <a:lnTo>
                    <a:pt x="10053636" y="25400"/>
                  </a:lnTo>
                  <a:lnTo>
                    <a:pt x="10116562" y="25400"/>
                  </a:lnTo>
                  <a:lnTo>
                    <a:pt x="10107178" y="12700"/>
                  </a:lnTo>
                  <a:close/>
                </a:path>
                <a:path w="10229850" h="2057400">
                  <a:moveTo>
                    <a:pt x="10077749" y="0"/>
                  </a:moveTo>
                  <a:lnTo>
                    <a:pt x="152100" y="0"/>
                  </a:lnTo>
                  <a:lnTo>
                    <a:pt x="142124" y="12700"/>
                  </a:lnTo>
                  <a:lnTo>
                    <a:pt x="10087725" y="12700"/>
                  </a:lnTo>
                  <a:lnTo>
                    <a:pt x="10077749" y="0"/>
                  </a:lnTo>
                  <a:close/>
                </a:path>
              </a:pathLst>
            </a:custGeom>
            <a:solidFill>
              <a:srgbClr val="FFFFFF">
                <a:alpha val="25099"/>
              </a:srgbClr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9" name="object 9"/>
            <p:cNvSpPr/>
            <p:nvPr/>
          </p:nvSpPr>
          <p:spPr>
            <a:xfrm>
              <a:off x="619125" y="2600324"/>
              <a:ext cx="10191750" cy="1153160"/>
            </a:xfrm>
            <a:custGeom>
              <a:avLst/>
              <a:gdLst/>
              <a:ahLst/>
              <a:cxnLst/>
              <a:rect l="l" t="t" r="r" b="b"/>
              <a:pathLst>
                <a:path w="10191750" h="1153160">
                  <a:moveTo>
                    <a:pt x="10191750" y="207289"/>
                  </a:moveTo>
                  <a:lnTo>
                    <a:pt x="10186264" y="165620"/>
                  </a:lnTo>
                  <a:lnTo>
                    <a:pt x="10172751" y="125818"/>
                  </a:lnTo>
                  <a:lnTo>
                    <a:pt x="10151732" y="89408"/>
                  </a:lnTo>
                  <a:lnTo>
                    <a:pt x="10124008" y="57810"/>
                  </a:lnTo>
                  <a:lnTo>
                    <a:pt x="10090671" y="32219"/>
                  </a:lnTo>
                  <a:lnTo>
                    <a:pt x="10052952" y="13627"/>
                  </a:lnTo>
                  <a:lnTo>
                    <a:pt x="10012362" y="2743"/>
                  </a:lnTo>
                  <a:lnTo>
                    <a:pt x="9984461" y="0"/>
                  </a:lnTo>
                  <a:lnTo>
                    <a:pt x="5095875" y="0"/>
                  </a:lnTo>
                  <a:lnTo>
                    <a:pt x="207289" y="0"/>
                  </a:lnTo>
                  <a:lnTo>
                    <a:pt x="165608" y="5486"/>
                  </a:lnTo>
                  <a:lnTo>
                    <a:pt x="125806" y="18999"/>
                  </a:lnTo>
                  <a:lnTo>
                    <a:pt x="89408" y="40017"/>
                  </a:lnTo>
                  <a:lnTo>
                    <a:pt x="57810" y="67729"/>
                  </a:lnTo>
                  <a:lnTo>
                    <a:pt x="32207" y="101079"/>
                  </a:lnTo>
                  <a:lnTo>
                    <a:pt x="13627" y="138785"/>
                  </a:lnTo>
                  <a:lnTo>
                    <a:pt x="2743" y="179387"/>
                  </a:lnTo>
                  <a:lnTo>
                    <a:pt x="0" y="207289"/>
                  </a:lnTo>
                  <a:lnTo>
                    <a:pt x="0" y="1152537"/>
                  </a:lnTo>
                  <a:lnTo>
                    <a:pt x="5095875" y="1152537"/>
                  </a:lnTo>
                  <a:lnTo>
                    <a:pt x="10191750" y="1152537"/>
                  </a:lnTo>
                  <a:lnTo>
                    <a:pt x="10191750" y="207289"/>
                  </a:lnTo>
                  <a:close/>
                </a:path>
              </a:pathLst>
            </a:custGeom>
            <a:solidFill>
              <a:srgbClr val="040404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0" name="object 10"/>
            <p:cNvSpPr/>
            <p:nvPr/>
          </p:nvSpPr>
          <p:spPr>
            <a:xfrm>
              <a:off x="5714999" y="2600324"/>
              <a:ext cx="19050" cy="1152525"/>
            </a:xfrm>
            <a:custGeom>
              <a:avLst/>
              <a:gdLst/>
              <a:ahLst/>
              <a:cxnLst/>
              <a:rect l="l" t="t" r="r" b="b"/>
              <a:pathLst>
                <a:path w="19050" h="1152525">
                  <a:moveTo>
                    <a:pt x="12153" y="0"/>
                  </a:moveTo>
                  <a:lnTo>
                    <a:pt x="6896" y="0"/>
                  </a:lnTo>
                  <a:lnTo>
                    <a:pt x="4648" y="927"/>
                  </a:lnTo>
                  <a:lnTo>
                    <a:pt x="927" y="4648"/>
                  </a:lnTo>
                  <a:lnTo>
                    <a:pt x="0" y="6896"/>
                  </a:lnTo>
                  <a:lnTo>
                    <a:pt x="0" y="1143000"/>
                  </a:lnTo>
                  <a:lnTo>
                    <a:pt x="0" y="1145628"/>
                  </a:lnTo>
                  <a:lnTo>
                    <a:pt x="927" y="1147876"/>
                  </a:lnTo>
                  <a:lnTo>
                    <a:pt x="4648" y="1151597"/>
                  </a:lnTo>
                  <a:lnTo>
                    <a:pt x="6896" y="1152525"/>
                  </a:lnTo>
                  <a:lnTo>
                    <a:pt x="12153" y="1152525"/>
                  </a:lnTo>
                  <a:lnTo>
                    <a:pt x="14401" y="1151597"/>
                  </a:lnTo>
                  <a:lnTo>
                    <a:pt x="18122" y="1147876"/>
                  </a:lnTo>
                  <a:lnTo>
                    <a:pt x="19050" y="1145628"/>
                  </a:lnTo>
                  <a:lnTo>
                    <a:pt x="19050" y="6896"/>
                  </a:lnTo>
                  <a:lnTo>
                    <a:pt x="18122" y="4648"/>
                  </a:lnTo>
                  <a:lnTo>
                    <a:pt x="14401" y="927"/>
                  </a:lnTo>
                  <a:lnTo>
                    <a:pt x="12153" y="0"/>
                  </a:lnTo>
                  <a:close/>
                </a:path>
              </a:pathLst>
            </a:custGeom>
            <a:solidFill>
              <a:srgbClr val="1E1E1E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1" name="object 11"/>
            <p:cNvSpPr/>
            <p:nvPr/>
          </p:nvSpPr>
          <p:spPr>
            <a:xfrm>
              <a:off x="619125" y="3752849"/>
              <a:ext cx="5095875" cy="876300"/>
            </a:xfrm>
            <a:custGeom>
              <a:avLst/>
              <a:gdLst/>
              <a:ahLst/>
              <a:cxnLst/>
              <a:rect l="l" t="t" r="r" b="b"/>
              <a:pathLst>
                <a:path w="5095875" h="876300">
                  <a:moveTo>
                    <a:pt x="5095875" y="0"/>
                  </a:moveTo>
                  <a:lnTo>
                    <a:pt x="0" y="0"/>
                  </a:lnTo>
                  <a:lnTo>
                    <a:pt x="0" y="661987"/>
                  </a:lnTo>
                  <a:lnTo>
                    <a:pt x="0" y="669010"/>
                  </a:lnTo>
                  <a:lnTo>
                    <a:pt x="5486" y="710679"/>
                  </a:lnTo>
                  <a:lnTo>
                    <a:pt x="19000" y="750481"/>
                  </a:lnTo>
                  <a:lnTo>
                    <a:pt x="40020" y="786892"/>
                  </a:lnTo>
                  <a:lnTo>
                    <a:pt x="67731" y="818489"/>
                  </a:lnTo>
                  <a:lnTo>
                    <a:pt x="101084" y="844080"/>
                  </a:lnTo>
                  <a:lnTo>
                    <a:pt x="138781" y="862672"/>
                  </a:lnTo>
                  <a:lnTo>
                    <a:pt x="179387" y="873556"/>
                  </a:lnTo>
                  <a:lnTo>
                    <a:pt x="207293" y="876300"/>
                  </a:lnTo>
                  <a:lnTo>
                    <a:pt x="5095875" y="876300"/>
                  </a:lnTo>
                  <a:lnTo>
                    <a:pt x="5095875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2" name="object 12"/>
            <p:cNvSpPr/>
            <p:nvPr/>
          </p:nvSpPr>
          <p:spPr>
            <a:xfrm>
              <a:off x="619125" y="3752849"/>
              <a:ext cx="5095875" cy="19050"/>
            </a:xfrm>
            <a:custGeom>
              <a:avLst/>
              <a:gdLst/>
              <a:ahLst/>
              <a:cxnLst/>
              <a:rect l="l" t="t" r="r" b="b"/>
              <a:pathLst>
                <a:path w="5095875" h="19050">
                  <a:moveTo>
                    <a:pt x="5088978" y="0"/>
                  </a:moveTo>
                  <a:lnTo>
                    <a:pt x="6896" y="0"/>
                  </a:lnTo>
                  <a:lnTo>
                    <a:pt x="4648" y="927"/>
                  </a:lnTo>
                  <a:lnTo>
                    <a:pt x="927" y="4648"/>
                  </a:lnTo>
                  <a:lnTo>
                    <a:pt x="0" y="6896"/>
                  </a:lnTo>
                  <a:lnTo>
                    <a:pt x="0" y="9525"/>
                  </a:lnTo>
                  <a:lnTo>
                    <a:pt x="0" y="12153"/>
                  </a:lnTo>
                  <a:lnTo>
                    <a:pt x="927" y="14401"/>
                  </a:lnTo>
                  <a:lnTo>
                    <a:pt x="4648" y="18122"/>
                  </a:lnTo>
                  <a:lnTo>
                    <a:pt x="6896" y="19050"/>
                  </a:lnTo>
                  <a:lnTo>
                    <a:pt x="5088978" y="19050"/>
                  </a:lnTo>
                  <a:lnTo>
                    <a:pt x="5091226" y="18122"/>
                  </a:lnTo>
                  <a:lnTo>
                    <a:pt x="5094947" y="14401"/>
                  </a:lnTo>
                  <a:lnTo>
                    <a:pt x="5095875" y="12153"/>
                  </a:lnTo>
                  <a:lnTo>
                    <a:pt x="5095875" y="6896"/>
                  </a:lnTo>
                  <a:lnTo>
                    <a:pt x="5094947" y="4648"/>
                  </a:lnTo>
                  <a:lnTo>
                    <a:pt x="5091226" y="927"/>
                  </a:lnTo>
                  <a:lnTo>
                    <a:pt x="5088978" y="0"/>
                  </a:lnTo>
                  <a:close/>
                </a:path>
              </a:pathLst>
            </a:custGeom>
            <a:solidFill>
              <a:srgbClr val="181818"/>
            </a:solidFill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13" name="object 13"/>
          <p:cNvSpPr txBox="1"/>
          <p:nvPr/>
        </p:nvSpPr>
        <p:spPr>
          <a:xfrm>
            <a:off x="777875" y="2754312"/>
            <a:ext cx="4464685" cy="1701800"/>
          </a:xfrm>
          <a:prstGeom prst="rect">
            <a:avLst/>
          </a:prstGeom>
        </p:spPr>
        <p:txBody>
          <a:bodyPr vert="horz" wrap="square" lIns="0" tIns="1905" rIns="0" bIns="0" rtlCol="0">
            <a:spAutoFit/>
          </a:bodyPr>
          <a:lstStyle/>
          <a:p>
            <a:pPr marL="12700" marR="978535">
              <a:lnSpc>
                <a:spcPct val="106000"/>
              </a:lnSpc>
              <a:spcBef>
                <a:spcPts val="15"/>
              </a:spcBef>
            </a:pPr>
            <a:r>
              <a:rPr sz="1650" b="1" spc="-40" dirty="0">
                <a:solidFill>
                  <a:srgbClr val="FFFFFF"/>
                </a:solidFill>
                <a:latin typeface="Tahoma" panose="020B0604030504040204"/>
                <a:cs typeface="Tahoma" panose="020B0604030504040204"/>
              </a:rPr>
              <a:t>AI-</a:t>
            </a:r>
            <a:r>
              <a:rPr sz="1650" b="1" spc="-10" dirty="0">
                <a:solidFill>
                  <a:srgbClr val="FFFFFF"/>
                </a:solidFill>
                <a:latin typeface="Tahoma" panose="020B0604030504040204"/>
                <a:cs typeface="Tahoma" panose="020B0604030504040204"/>
              </a:rPr>
              <a:t>driven</a:t>
            </a:r>
            <a:r>
              <a:rPr sz="1650" b="1" spc="-45" dirty="0">
                <a:solidFill>
                  <a:srgbClr val="FFFFFF"/>
                </a:solidFill>
                <a:latin typeface="Tahoma" panose="020B0604030504040204"/>
                <a:cs typeface="Tahoma" panose="020B0604030504040204"/>
              </a:rPr>
              <a:t> </a:t>
            </a:r>
            <a:r>
              <a:rPr sz="1650" b="1" dirty="0">
                <a:solidFill>
                  <a:srgbClr val="FFFFFF"/>
                </a:solidFill>
                <a:latin typeface="Tahoma" panose="020B0604030504040204"/>
                <a:cs typeface="Tahoma" panose="020B0604030504040204"/>
              </a:rPr>
              <a:t>system</a:t>
            </a:r>
            <a:r>
              <a:rPr sz="1650" b="1" spc="-45" dirty="0">
                <a:solidFill>
                  <a:srgbClr val="FFFFFF"/>
                </a:solidFill>
                <a:latin typeface="Tahoma" panose="020B0604030504040204"/>
                <a:cs typeface="Tahoma" panose="020B0604030504040204"/>
              </a:rPr>
              <a:t> </a:t>
            </a:r>
            <a:r>
              <a:rPr sz="1650" b="1" dirty="0">
                <a:solidFill>
                  <a:srgbClr val="FFFFFF"/>
                </a:solidFill>
                <a:latin typeface="Tahoma" panose="020B0604030504040204"/>
                <a:cs typeface="Tahoma" panose="020B0604030504040204"/>
              </a:rPr>
              <a:t>for</a:t>
            </a:r>
            <a:r>
              <a:rPr sz="1650" b="1" spc="-45" dirty="0">
                <a:solidFill>
                  <a:srgbClr val="FFFFFF"/>
                </a:solidFill>
                <a:latin typeface="Tahoma" panose="020B0604030504040204"/>
                <a:cs typeface="Tahoma" panose="020B0604030504040204"/>
              </a:rPr>
              <a:t> </a:t>
            </a:r>
            <a:r>
              <a:rPr sz="1650" b="1" spc="-10" dirty="0">
                <a:solidFill>
                  <a:srgbClr val="FFFFFF"/>
                </a:solidFill>
                <a:latin typeface="Tahoma" panose="020B0604030504040204"/>
                <a:cs typeface="Tahoma" panose="020B0604030504040204"/>
              </a:rPr>
              <a:t>automated transcription</a:t>
            </a:r>
            <a:r>
              <a:rPr sz="1650" b="1" spc="-75" dirty="0">
                <a:solidFill>
                  <a:srgbClr val="FFFFFF"/>
                </a:solidFill>
                <a:latin typeface="Tahoma" panose="020B0604030504040204"/>
                <a:cs typeface="Tahoma" panose="020B0604030504040204"/>
              </a:rPr>
              <a:t> </a:t>
            </a:r>
            <a:r>
              <a:rPr sz="1650" b="1" dirty="0">
                <a:solidFill>
                  <a:srgbClr val="FFFFFF"/>
                </a:solidFill>
                <a:latin typeface="Tahoma" panose="020B0604030504040204"/>
                <a:cs typeface="Tahoma" panose="020B0604030504040204"/>
              </a:rPr>
              <a:t>and</a:t>
            </a:r>
            <a:r>
              <a:rPr sz="1650" b="1" spc="-70" dirty="0">
                <a:solidFill>
                  <a:srgbClr val="FFFFFF"/>
                </a:solidFill>
                <a:latin typeface="Tahoma" panose="020B0604030504040204"/>
                <a:cs typeface="Tahoma" panose="020B0604030504040204"/>
              </a:rPr>
              <a:t> </a:t>
            </a:r>
            <a:r>
              <a:rPr sz="1650" b="1" spc="-30" dirty="0">
                <a:solidFill>
                  <a:srgbClr val="FFFFFF"/>
                </a:solidFill>
                <a:latin typeface="Tahoma" panose="020B0604030504040204"/>
                <a:cs typeface="Tahoma" panose="020B0604030504040204"/>
              </a:rPr>
              <a:t>intelligent</a:t>
            </a:r>
            <a:r>
              <a:rPr sz="1650" b="1" spc="-70" dirty="0">
                <a:solidFill>
                  <a:srgbClr val="FFFFFF"/>
                </a:solidFill>
                <a:latin typeface="Tahoma" panose="020B0604030504040204"/>
                <a:cs typeface="Tahoma" panose="020B0604030504040204"/>
              </a:rPr>
              <a:t> </a:t>
            </a:r>
            <a:r>
              <a:rPr sz="1650" b="1" spc="-10" dirty="0">
                <a:solidFill>
                  <a:srgbClr val="FFFFFF"/>
                </a:solidFill>
                <a:latin typeface="Tahoma" panose="020B0604030504040204"/>
                <a:cs typeface="Tahoma" panose="020B0604030504040204"/>
              </a:rPr>
              <a:t>topic</a:t>
            </a:r>
            <a:endParaRPr sz="1650">
              <a:latin typeface="Tahoma" panose="020B0604030504040204"/>
              <a:cs typeface="Tahoma" panose="020B0604030504040204"/>
            </a:endParaRPr>
          </a:p>
          <a:p>
            <a:pPr marL="12700">
              <a:lnSpc>
                <a:spcPct val="100000"/>
              </a:lnSpc>
              <a:spcBef>
                <a:spcPts val="195"/>
              </a:spcBef>
            </a:pPr>
            <a:r>
              <a:rPr sz="1650" b="1" spc="-10" dirty="0">
                <a:solidFill>
                  <a:srgbClr val="FFFFFF"/>
                </a:solidFill>
                <a:latin typeface="Tahoma" panose="020B0604030504040204"/>
                <a:cs typeface="Tahoma" panose="020B0604030504040204"/>
              </a:rPr>
              <a:t>segmentation.</a:t>
            </a:r>
            <a:endParaRPr sz="1650">
              <a:latin typeface="Tahoma" panose="020B0604030504040204"/>
              <a:cs typeface="Tahoma" panose="020B0604030504040204"/>
            </a:endParaRPr>
          </a:p>
          <a:p>
            <a:pPr>
              <a:lnSpc>
                <a:spcPct val="100000"/>
              </a:lnSpc>
              <a:spcBef>
                <a:spcPts val="705"/>
              </a:spcBef>
            </a:pPr>
            <a:endParaRPr sz="1650">
              <a:latin typeface="Tahoma" panose="020B0604030504040204"/>
              <a:cs typeface="Tahoma" panose="020B0604030504040204"/>
            </a:endParaRPr>
          </a:p>
          <a:p>
            <a:pPr marL="12700" marR="5080">
              <a:lnSpc>
                <a:spcPct val="106000"/>
              </a:lnSpc>
              <a:spcBef>
                <a:spcPts val="5"/>
              </a:spcBef>
            </a:pPr>
            <a:r>
              <a:rPr sz="1650" b="1" spc="-50" dirty="0">
                <a:solidFill>
                  <a:srgbClr val="FFFFFF"/>
                </a:solidFill>
                <a:latin typeface="Tahoma" panose="020B0604030504040204"/>
                <a:cs typeface="Tahoma" panose="020B0604030504040204"/>
              </a:rPr>
              <a:t>Integrates</a:t>
            </a:r>
            <a:r>
              <a:rPr sz="1650" b="1" spc="25" dirty="0">
                <a:solidFill>
                  <a:srgbClr val="FFFFFF"/>
                </a:solidFill>
                <a:latin typeface="Tahoma" panose="020B0604030504040204"/>
                <a:cs typeface="Tahoma" panose="020B0604030504040204"/>
              </a:rPr>
              <a:t> </a:t>
            </a:r>
            <a:r>
              <a:rPr sz="1650" b="1" dirty="0">
                <a:solidFill>
                  <a:srgbClr val="FFFFFF"/>
                </a:solidFill>
                <a:latin typeface="Tahoma" panose="020B0604030504040204"/>
                <a:cs typeface="Tahoma" panose="020B0604030504040204"/>
              </a:rPr>
              <a:t>speech-to-</a:t>
            </a:r>
            <a:r>
              <a:rPr sz="1650" b="1" spc="-20" dirty="0">
                <a:solidFill>
                  <a:srgbClr val="FFFFFF"/>
                </a:solidFill>
                <a:latin typeface="Tahoma" panose="020B0604030504040204"/>
                <a:cs typeface="Tahoma" panose="020B0604030504040204"/>
              </a:rPr>
              <a:t>text,</a:t>
            </a:r>
            <a:r>
              <a:rPr sz="1650" b="1" spc="-30" dirty="0">
                <a:solidFill>
                  <a:srgbClr val="FFFFFF"/>
                </a:solidFill>
                <a:latin typeface="Tahoma" panose="020B0604030504040204"/>
                <a:cs typeface="Tahoma" panose="020B0604030504040204"/>
              </a:rPr>
              <a:t> </a:t>
            </a:r>
            <a:r>
              <a:rPr sz="1650" b="1" dirty="0">
                <a:solidFill>
                  <a:srgbClr val="FFFFFF"/>
                </a:solidFill>
                <a:latin typeface="Tahoma" panose="020B0604030504040204"/>
                <a:cs typeface="Tahoma" panose="020B0604030504040204"/>
              </a:rPr>
              <a:t>topic</a:t>
            </a:r>
            <a:r>
              <a:rPr sz="1650" b="1" spc="30" dirty="0">
                <a:solidFill>
                  <a:srgbClr val="FFFFFF"/>
                </a:solidFill>
                <a:latin typeface="Tahoma" panose="020B0604030504040204"/>
                <a:cs typeface="Tahoma" panose="020B0604030504040204"/>
              </a:rPr>
              <a:t> </a:t>
            </a:r>
            <a:r>
              <a:rPr sz="1650" b="1" spc="-10" dirty="0">
                <a:solidFill>
                  <a:srgbClr val="FFFFFF"/>
                </a:solidFill>
                <a:latin typeface="Tahoma" panose="020B0604030504040204"/>
                <a:cs typeface="Tahoma" panose="020B0604030504040204"/>
              </a:rPr>
              <a:t>modeling, </a:t>
            </a:r>
            <a:r>
              <a:rPr sz="1650" b="1" dirty="0">
                <a:solidFill>
                  <a:srgbClr val="FFFFFF"/>
                </a:solidFill>
                <a:latin typeface="Tahoma" panose="020B0604030504040204"/>
                <a:cs typeface="Tahoma" panose="020B0604030504040204"/>
              </a:rPr>
              <a:t>and</a:t>
            </a:r>
            <a:r>
              <a:rPr sz="1650" b="1" spc="-65" dirty="0">
                <a:solidFill>
                  <a:srgbClr val="FFFFFF"/>
                </a:solidFill>
                <a:latin typeface="Tahoma" panose="020B0604030504040204"/>
                <a:cs typeface="Tahoma" panose="020B0604030504040204"/>
              </a:rPr>
              <a:t> </a:t>
            </a:r>
            <a:r>
              <a:rPr sz="1650" b="1" spc="-20" dirty="0">
                <a:solidFill>
                  <a:srgbClr val="FFFFFF"/>
                </a:solidFill>
                <a:latin typeface="Tahoma" panose="020B0604030504040204"/>
                <a:cs typeface="Tahoma" panose="020B0604030504040204"/>
              </a:rPr>
              <a:t>sentiment</a:t>
            </a:r>
            <a:r>
              <a:rPr sz="1650" b="1" spc="-60" dirty="0">
                <a:solidFill>
                  <a:srgbClr val="FFFFFF"/>
                </a:solidFill>
                <a:latin typeface="Tahoma" panose="020B0604030504040204"/>
                <a:cs typeface="Tahoma" panose="020B0604030504040204"/>
              </a:rPr>
              <a:t> </a:t>
            </a:r>
            <a:r>
              <a:rPr sz="1650" b="1" spc="-10" dirty="0">
                <a:solidFill>
                  <a:srgbClr val="FFFFFF"/>
                </a:solidFill>
                <a:latin typeface="Tahoma" panose="020B0604030504040204"/>
                <a:cs typeface="Tahoma" panose="020B0604030504040204"/>
              </a:rPr>
              <a:t>analysis.</a:t>
            </a:r>
            <a:endParaRPr sz="1650">
              <a:latin typeface="Tahoma" panose="020B0604030504040204"/>
              <a:cs typeface="Tahoma" panose="020B0604030504040204"/>
            </a:endParaRPr>
          </a:p>
        </p:txBody>
      </p:sp>
      <p:grpSp>
        <p:nvGrpSpPr>
          <p:cNvPr id="14" name="object 14"/>
          <p:cNvGrpSpPr/>
          <p:nvPr/>
        </p:nvGrpSpPr>
        <p:grpSpPr>
          <a:xfrm>
            <a:off x="5715000" y="3752850"/>
            <a:ext cx="5095875" cy="876300"/>
            <a:chOff x="5715000" y="3752850"/>
            <a:chExt cx="5095875" cy="876300"/>
          </a:xfrm>
        </p:grpSpPr>
        <p:sp>
          <p:nvSpPr>
            <p:cNvPr id="15" name="object 15"/>
            <p:cNvSpPr/>
            <p:nvPr/>
          </p:nvSpPr>
          <p:spPr>
            <a:xfrm>
              <a:off x="5715000" y="3752850"/>
              <a:ext cx="5095875" cy="876300"/>
            </a:xfrm>
            <a:custGeom>
              <a:avLst/>
              <a:gdLst/>
              <a:ahLst/>
              <a:cxnLst/>
              <a:rect l="l" t="t" r="r" b="b"/>
              <a:pathLst>
                <a:path w="5095875" h="876300">
                  <a:moveTo>
                    <a:pt x="5095875" y="0"/>
                  </a:moveTo>
                  <a:lnTo>
                    <a:pt x="0" y="0"/>
                  </a:lnTo>
                  <a:lnTo>
                    <a:pt x="0" y="876300"/>
                  </a:lnTo>
                  <a:lnTo>
                    <a:pt x="4888585" y="876300"/>
                  </a:lnTo>
                  <a:lnTo>
                    <a:pt x="4895583" y="875957"/>
                  </a:lnTo>
                  <a:lnTo>
                    <a:pt x="4937061" y="869111"/>
                  </a:lnTo>
                  <a:lnTo>
                    <a:pt x="4976393" y="854303"/>
                  </a:lnTo>
                  <a:lnTo>
                    <a:pt x="5012093" y="832104"/>
                  </a:lnTo>
                  <a:lnTo>
                    <a:pt x="5042776" y="803363"/>
                  </a:lnTo>
                  <a:lnTo>
                    <a:pt x="5067261" y="769200"/>
                  </a:lnTo>
                  <a:lnTo>
                    <a:pt x="5084610" y="730910"/>
                  </a:lnTo>
                  <a:lnTo>
                    <a:pt x="5094147" y="689978"/>
                  </a:lnTo>
                  <a:lnTo>
                    <a:pt x="5095875" y="669010"/>
                  </a:lnTo>
                  <a:lnTo>
                    <a:pt x="5095875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6" name="object 16"/>
            <p:cNvSpPr/>
            <p:nvPr/>
          </p:nvSpPr>
          <p:spPr>
            <a:xfrm>
              <a:off x="5715000" y="3752862"/>
              <a:ext cx="5095875" cy="876300"/>
            </a:xfrm>
            <a:custGeom>
              <a:avLst/>
              <a:gdLst/>
              <a:ahLst/>
              <a:cxnLst/>
              <a:rect l="l" t="t" r="r" b="b"/>
              <a:pathLst>
                <a:path w="5095875" h="876300">
                  <a:moveTo>
                    <a:pt x="5095875" y="6883"/>
                  </a:moveTo>
                  <a:lnTo>
                    <a:pt x="5094948" y="4635"/>
                  </a:lnTo>
                  <a:lnTo>
                    <a:pt x="5091227" y="927"/>
                  </a:lnTo>
                  <a:lnTo>
                    <a:pt x="5088979" y="0"/>
                  </a:lnTo>
                  <a:lnTo>
                    <a:pt x="12153" y="0"/>
                  </a:lnTo>
                  <a:lnTo>
                    <a:pt x="6896" y="0"/>
                  </a:lnTo>
                  <a:lnTo>
                    <a:pt x="4648" y="927"/>
                  </a:lnTo>
                  <a:lnTo>
                    <a:pt x="914" y="4635"/>
                  </a:lnTo>
                  <a:lnTo>
                    <a:pt x="0" y="6883"/>
                  </a:lnTo>
                  <a:lnTo>
                    <a:pt x="0" y="9525"/>
                  </a:lnTo>
                  <a:lnTo>
                    <a:pt x="0" y="12141"/>
                  </a:lnTo>
                  <a:lnTo>
                    <a:pt x="0" y="866762"/>
                  </a:lnTo>
                  <a:lnTo>
                    <a:pt x="0" y="869391"/>
                  </a:lnTo>
                  <a:lnTo>
                    <a:pt x="914" y="871639"/>
                  </a:lnTo>
                  <a:lnTo>
                    <a:pt x="4648" y="875360"/>
                  </a:lnTo>
                  <a:lnTo>
                    <a:pt x="6896" y="876287"/>
                  </a:lnTo>
                  <a:lnTo>
                    <a:pt x="12153" y="876287"/>
                  </a:lnTo>
                  <a:lnTo>
                    <a:pt x="14401" y="875360"/>
                  </a:lnTo>
                  <a:lnTo>
                    <a:pt x="18122" y="871639"/>
                  </a:lnTo>
                  <a:lnTo>
                    <a:pt x="19050" y="869391"/>
                  </a:lnTo>
                  <a:lnTo>
                    <a:pt x="19050" y="19050"/>
                  </a:lnTo>
                  <a:lnTo>
                    <a:pt x="5088979" y="19050"/>
                  </a:lnTo>
                  <a:lnTo>
                    <a:pt x="5091227" y="18122"/>
                  </a:lnTo>
                  <a:lnTo>
                    <a:pt x="5094948" y="14389"/>
                  </a:lnTo>
                  <a:lnTo>
                    <a:pt x="5095875" y="12141"/>
                  </a:lnTo>
                  <a:lnTo>
                    <a:pt x="5095875" y="6883"/>
                  </a:lnTo>
                  <a:close/>
                </a:path>
              </a:pathLst>
            </a:custGeom>
            <a:solidFill>
              <a:srgbClr val="181818"/>
            </a:solidFill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17" name="object 17"/>
          <p:cNvSpPr txBox="1"/>
          <p:nvPr/>
        </p:nvSpPr>
        <p:spPr>
          <a:xfrm>
            <a:off x="6130925" y="2754312"/>
            <a:ext cx="3945254" cy="1701800"/>
          </a:xfrm>
          <a:prstGeom prst="rect">
            <a:avLst/>
          </a:prstGeom>
        </p:spPr>
        <p:txBody>
          <a:bodyPr vert="horz" wrap="square" lIns="0" tIns="1905" rIns="0" bIns="0" rtlCol="0">
            <a:spAutoFit/>
          </a:bodyPr>
          <a:lstStyle/>
          <a:p>
            <a:pPr marL="12700" marR="462280">
              <a:lnSpc>
                <a:spcPct val="106000"/>
              </a:lnSpc>
              <a:spcBef>
                <a:spcPts val="15"/>
              </a:spcBef>
            </a:pPr>
            <a:r>
              <a:rPr sz="1650" b="1" dirty="0">
                <a:solidFill>
                  <a:srgbClr val="FFFFFF"/>
                </a:solidFill>
                <a:latin typeface="Tahoma" panose="020B0604030504040204"/>
                <a:cs typeface="Tahoma" panose="020B0604030504040204"/>
              </a:rPr>
              <a:t>Converts</a:t>
            </a:r>
            <a:r>
              <a:rPr sz="1650" b="1" spc="-10" dirty="0">
                <a:solidFill>
                  <a:srgbClr val="FFFFFF"/>
                </a:solidFill>
                <a:latin typeface="Tahoma" panose="020B0604030504040204"/>
                <a:cs typeface="Tahoma" panose="020B0604030504040204"/>
              </a:rPr>
              <a:t> unstructured audio </a:t>
            </a:r>
            <a:r>
              <a:rPr sz="1650" b="1" spc="-20" dirty="0">
                <a:solidFill>
                  <a:srgbClr val="FFFFFF"/>
                </a:solidFill>
                <a:latin typeface="Tahoma" panose="020B0604030504040204"/>
                <a:cs typeface="Tahoma" panose="020B0604030504040204"/>
              </a:rPr>
              <a:t>into </a:t>
            </a:r>
            <a:r>
              <a:rPr sz="1650" b="1" dirty="0">
                <a:solidFill>
                  <a:srgbClr val="FFFFFF"/>
                </a:solidFill>
                <a:latin typeface="Tahoma" panose="020B0604030504040204"/>
                <a:cs typeface="Tahoma" panose="020B0604030504040204"/>
              </a:rPr>
              <a:t>searchable,</a:t>
            </a:r>
            <a:r>
              <a:rPr sz="1650" b="1" spc="-45" dirty="0">
                <a:solidFill>
                  <a:srgbClr val="FFFFFF"/>
                </a:solidFill>
                <a:latin typeface="Tahoma" panose="020B0604030504040204"/>
                <a:cs typeface="Tahoma" panose="020B0604030504040204"/>
              </a:rPr>
              <a:t> </a:t>
            </a:r>
            <a:r>
              <a:rPr sz="1650" b="1" spc="-10" dirty="0">
                <a:solidFill>
                  <a:srgbClr val="FFFFFF"/>
                </a:solidFill>
                <a:latin typeface="Tahoma" panose="020B0604030504040204"/>
                <a:cs typeface="Tahoma" panose="020B0604030504040204"/>
              </a:rPr>
              <a:t>structured</a:t>
            </a:r>
            <a:r>
              <a:rPr sz="1650" b="1" spc="30" dirty="0">
                <a:solidFill>
                  <a:srgbClr val="FFFFFF"/>
                </a:solidFill>
                <a:latin typeface="Tahoma" panose="020B0604030504040204"/>
                <a:cs typeface="Tahoma" panose="020B0604030504040204"/>
              </a:rPr>
              <a:t> </a:t>
            </a:r>
            <a:r>
              <a:rPr sz="1650" b="1" spc="-10" dirty="0">
                <a:solidFill>
                  <a:srgbClr val="FFFFFF"/>
                </a:solidFill>
                <a:latin typeface="Tahoma" panose="020B0604030504040204"/>
                <a:cs typeface="Tahoma" panose="020B0604030504040204"/>
              </a:rPr>
              <a:t>insights.</a:t>
            </a:r>
            <a:endParaRPr sz="1650">
              <a:latin typeface="Tahoma" panose="020B0604030504040204"/>
              <a:cs typeface="Tahoma" panose="020B0604030504040204"/>
            </a:endParaRPr>
          </a:p>
          <a:p>
            <a:pPr>
              <a:lnSpc>
                <a:spcPct val="100000"/>
              </a:lnSpc>
            </a:pPr>
            <a:endParaRPr sz="1650">
              <a:latin typeface="Tahoma" panose="020B0604030504040204"/>
              <a:cs typeface="Tahoma" panose="020B0604030504040204"/>
            </a:endParaRPr>
          </a:p>
          <a:p>
            <a:pPr>
              <a:lnSpc>
                <a:spcPct val="100000"/>
              </a:lnSpc>
              <a:spcBef>
                <a:spcPts val="890"/>
              </a:spcBef>
            </a:pPr>
            <a:endParaRPr sz="1650">
              <a:latin typeface="Tahoma" panose="020B0604030504040204"/>
              <a:cs typeface="Tahoma" panose="020B0604030504040204"/>
            </a:endParaRPr>
          </a:p>
          <a:p>
            <a:pPr marL="12700" marR="5080">
              <a:lnSpc>
                <a:spcPct val="106000"/>
              </a:lnSpc>
            </a:pPr>
            <a:r>
              <a:rPr sz="1650" b="1" dirty="0">
                <a:solidFill>
                  <a:srgbClr val="FFFFFF"/>
                </a:solidFill>
                <a:latin typeface="Tahoma" panose="020B0604030504040204"/>
                <a:cs typeface="Tahoma" panose="020B0604030504040204"/>
              </a:rPr>
              <a:t>Provides</a:t>
            </a:r>
            <a:r>
              <a:rPr sz="1650" b="1" spc="-60" dirty="0">
                <a:solidFill>
                  <a:srgbClr val="FFFFFF"/>
                </a:solidFill>
                <a:latin typeface="Tahoma" panose="020B0604030504040204"/>
                <a:cs typeface="Tahoma" panose="020B0604030504040204"/>
              </a:rPr>
              <a:t> </a:t>
            </a:r>
            <a:r>
              <a:rPr sz="1650" b="1" dirty="0">
                <a:solidFill>
                  <a:srgbClr val="FFFFFF"/>
                </a:solidFill>
                <a:latin typeface="Tahoma" panose="020B0604030504040204"/>
                <a:cs typeface="Tahoma" panose="020B0604030504040204"/>
              </a:rPr>
              <a:t>an</a:t>
            </a:r>
            <a:r>
              <a:rPr sz="1650" b="1" spc="-55" dirty="0">
                <a:solidFill>
                  <a:srgbClr val="FFFFFF"/>
                </a:solidFill>
                <a:latin typeface="Tahoma" panose="020B0604030504040204"/>
                <a:cs typeface="Tahoma" panose="020B0604030504040204"/>
              </a:rPr>
              <a:t> </a:t>
            </a:r>
            <a:r>
              <a:rPr sz="1650" b="1" spc="-20" dirty="0">
                <a:solidFill>
                  <a:srgbClr val="FFFFFF"/>
                </a:solidFill>
                <a:latin typeface="Tahoma" panose="020B0604030504040204"/>
                <a:cs typeface="Tahoma" panose="020B0604030504040204"/>
              </a:rPr>
              <a:t>interactive</a:t>
            </a:r>
            <a:r>
              <a:rPr sz="1650" b="1" spc="-55" dirty="0">
                <a:solidFill>
                  <a:srgbClr val="FFFFFF"/>
                </a:solidFill>
                <a:latin typeface="Tahoma" panose="020B0604030504040204"/>
                <a:cs typeface="Tahoma" panose="020B0604030504040204"/>
              </a:rPr>
              <a:t> </a:t>
            </a:r>
            <a:r>
              <a:rPr sz="1650" b="1" dirty="0">
                <a:solidFill>
                  <a:srgbClr val="FFFFFF"/>
                </a:solidFill>
                <a:latin typeface="Tahoma" panose="020B0604030504040204"/>
                <a:cs typeface="Tahoma" panose="020B0604030504040204"/>
              </a:rPr>
              <a:t>dashboard</a:t>
            </a:r>
            <a:r>
              <a:rPr sz="1650" b="1" spc="-55" dirty="0">
                <a:solidFill>
                  <a:srgbClr val="FFFFFF"/>
                </a:solidFill>
                <a:latin typeface="Tahoma" panose="020B0604030504040204"/>
                <a:cs typeface="Tahoma" panose="020B0604030504040204"/>
              </a:rPr>
              <a:t> </a:t>
            </a:r>
            <a:r>
              <a:rPr sz="1650" b="1" spc="-25" dirty="0">
                <a:solidFill>
                  <a:srgbClr val="FFFFFF"/>
                </a:solidFill>
                <a:latin typeface="Tahoma" panose="020B0604030504040204"/>
                <a:cs typeface="Tahoma" panose="020B0604030504040204"/>
              </a:rPr>
              <a:t>for exploration</a:t>
            </a:r>
            <a:r>
              <a:rPr sz="1650" b="1" spc="-65" dirty="0">
                <a:solidFill>
                  <a:srgbClr val="FFFFFF"/>
                </a:solidFill>
                <a:latin typeface="Tahoma" panose="020B0604030504040204"/>
                <a:cs typeface="Tahoma" panose="020B0604030504040204"/>
              </a:rPr>
              <a:t> </a:t>
            </a:r>
            <a:r>
              <a:rPr sz="1650" b="1" dirty="0">
                <a:solidFill>
                  <a:srgbClr val="FFFFFF"/>
                </a:solidFill>
                <a:latin typeface="Tahoma" panose="020B0604030504040204"/>
                <a:cs typeface="Tahoma" panose="020B0604030504040204"/>
              </a:rPr>
              <a:t>and</a:t>
            </a:r>
            <a:r>
              <a:rPr sz="1650" b="1" spc="-65" dirty="0">
                <a:solidFill>
                  <a:srgbClr val="FFFFFF"/>
                </a:solidFill>
                <a:latin typeface="Tahoma" panose="020B0604030504040204"/>
                <a:cs typeface="Tahoma" panose="020B0604030504040204"/>
              </a:rPr>
              <a:t> </a:t>
            </a:r>
            <a:r>
              <a:rPr sz="1650" b="1" spc="-10" dirty="0">
                <a:solidFill>
                  <a:srgbClr val="FFFFFF"/>
                </a:solidFill>
                <a:latin typeface="Tahoma" panose="020B0604030504040204"/>
                <a:cs typeface="Tahoma" panose="020B0604030504040204"/>
              </a:rPr>
              <a:t>visualization.</a:t>
            </a:r>
            <a:endParaRPr sz="1650">
              <a:latin typeface="Tahoma" panose="020B0604030504040204"/>
              <a:cs typeface="Tahoma" panose="020B0604030504040204"/>
            </a:endParaRPr>
          </a:p>
        </p:txBody>
      </p:sp>
      <p:grpSp>
        <p:nvGrpSpPr>
          <p:cNvPr id="18" name="object 18"/>
          <p:cNvGrpSpPr/>
          <p:nvPr/>
        </p:nvGrpSpPr>
        <p:grpSpPr>
          <a:xfrm>
            <a:off x="5505450" y="2967037"/>
            <a:ext cx="445134" cy="1454785"/>
            <a:chOff x="5505450" y="2967037"/>
            <a:chExt cx="445134" cy="1454785"/>
          </a:xfrm>
        </p:grpSpPr>
        <p:pic>
          <p:nvPicPr>
            <p:cNvPr id="19" name="object 19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5505450" y="2967037"/>
              <a:ext cx="444702" cy="444703"/>
            </a:xfrm>
            <a:prstGeom prst="rect">
              <a:avLst/>
            </a:prstGeom>
          </p:spPr>
        </p:pic>
        <p:pic>
          <p:nvPicPr>
            <p:cNvPr id="20" name="object 20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5505450" y="3976687"/>
              <a:ext cx="444702" cy="444703"/>
            </a:xfrm>
            <a:prstGeom prst="rect">
              <a:avLst/>
            </a:prstGeom>
          </p:spPr>
        </p:pic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587375" y="711200"/>
            <a:ext cx="4326890" cy="53975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dirty="0"/>
              <a:t>System</a:t>
            </a:r>
            <a:r>
              <a:rPr spc="-200" dirty="0"/>
              <a:t> </a:t>
            </a:r>
            <a:r>
              <a:rPr spc="-10" dirty="0"/>
              <a:t>Architecture</a:t>
            </a:r>
            <a:endParaRPr spc="-10" dirty="0"/>
          </a:p>
        </p:txBody>
      </p:sp>
      <p:sp>
        <p:nvSpPr>
          <p:cNvPr id="3" name="object 3"/>
          <p:cNvSpPr txBox="1"/>
          <p:nvPr/>
        </p:nvSpPr>
        <p:spPr>
          <a:xfrm>
            <a:off x="587375" y="1530350"/>
            <a:ext cx="10012680" cy="2311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350" b="1" spc="-30" dirty="0">
                <a:solidFill>
                  <a:srgbClr val="E5E0DF"/>
                </a:solidFill>
                <a:latin typeface="Tahoma" panose="020B0604030504040204"/>
                <a:cs typeface="Tahoma" panose="020B0604030504040204"/>
              </a:rPr>
              <a:t>Pipeline:</a:t>
            </a:r>
            <a:r>
              <a:rPr sz="1350" b="1" spc="-50" dirty="0">
                <a:solidFill>
                  <a:srgbClr val="E5E0DF"/>
                </a:solidFill>
                <a:latin typeface="Tahoma" panose="020B0604030504040204"/>
                <a:cs typeface="Tahoma" panose="020B0604030504040204"/>
              </a:rPr>
              <a:t> </a:t>
            </a:r>
            <a:r>
              <a:rPr sz="1350" b="1" dirty="0">
                <a:solidFill>
                  <a:srgbClr val="E5E0DF"/>
                </a:solidFill>
                <a:latin typeface="Tahoma" panose="020B0604030504040204"/>
                <a:cs typeface="Tahoma" panose="020B0604030504040204"/>
              </a:rPr>
              <a:t>Audio</a:t>
            </a:r>
            <a:r>
              <a:rPr sz="1350" b="1" spc="-50" dirty="0">
                <a:solidFill>
                  <a:srgbClr val="E5E0DF"/>
                </a:solidFill>
                <a:latin typeface="Tahoma" panose="020B0604030504040204"/>
                <a:cs typeface="Tahoma" panose="020B0604030504040204"/>
              </a:rPr>
              <a:t> </a:t>
            </a:r>
            <a:r>
              <a:rPr sz="1350" b="1" spc="555" dirty="0">
                <a:solidFill>
                  <a:srgbClr val="E5E0DF"/>
                </a:solidFill>
                <a:latin typeface="Tahoma" panose="020B0604030504040204"/>
                <a:cs typeface="Tahoma" panose="020B0604030504040204"/>
              </a:rPr>
              <a:t>³</a:t>
            </a:r>
            <a:r>
              <a:rPr sz="1350" b="1" spc="-45" dirty="0">
                <a:solidFill>
                  <a:srgbClr val="E5E0DF"/>
                </a:solidFill>
                <a:latin typeface="Tahoma" panose="020B0604030504040204"/>
                <a:cs typeface="Tahoma" panose="020B0604030504040204"/>
              </a:rPr>
              <a:t> </a:t>
            </a:r>
            <a:r>
              <a:rPr sz="1350" b="1" spc="-20" dirty="0">
                <a:solidFill>
                  <a:srgbClr val="E5E0DF"/>
                </a:solidFill>
                <a:latin typeface="Tahoma" panose="020B0604030504040204"/>
                <a:cs typeface="Tahoma" panose="020B0604030504040204"/>
              </a:rPr>
              <a:t>Whisper</a:t>
            </a:r>
            <a:r>
              <a:rPr sz="1350" b="1" spc="-50" dirty="0">
                <a:solidFill>
                  <a:srgbClr val="E5E0DF"/>
                </a:solidFill>
                <a:latin typeface="Tahoma" panose="020B0604030504040204"/>
                <a:cs typeface="Tahoma" panose="020B0604030504040204"/>
              </a:rPr>
              <a:t> </a:t>
            </a:r>
            <a:r>
              <a:rPr sz="1350" b="1" spc="-40" dirty="0">
                <a:solidFill>
                  <a:srgbClr val="E5E0DF"/>
                </a:solidFill>
                <a:latin typeface="Tahoma" panose="020B0604030504040204"/>
                <a:cs typeface="Tahoma" panose="020B0604030504040204"/>
              </a:rPr>
              <a:t>(Transcription)</a:t>
            </a:r>
            <a:r>
              <a:rPr sz="1350" b="1" spc="-45" dirty="0">
                <a:solidFill>
                  <a:srgbClr val="E5E0DF"/>
                </a:solidFill>
                <a:latin typeface="Tahoma" panose="020B0604030504040204"/>
                <a:cs typeface="Tahoma" panose="020B0604030504040204"/>
              </a:rPr>
              <a:t> </a:t>
            </a:r>
            <a:r>
              <a:rPr sz="1350" b="1" spc="555" dirty="0">
                <a:solidFill>
                  <a:srgbClr val="E5E0DF"/>
                </a:solidFill>
                <a:latin typeface="Tahoma" panose="020B0604030504040204"/>
                <a:cs typeface="Tahoma" panose="020B0604030504040204"/>
              </a:rPr>
              <a:t>³</a:t>
            </a:r>
            <a:r>
              <a:rPr sz="1350" b="1" spc="-50" dirty="0">
                <a:solidFill>
                  <a:srgbClr val="E5E0DF"/>
                </a:solidFill>
                <a:latin typeface="Tahoma" panose="020B0604030504040204"/>
                <a:cs typeface="Tahoma" panose="020B0604030504040204"/>
              </a:rPr>
              <a:t> </a:t>
            </a:r>
            <a:r>
              <a:rPr sz="1350" b="1" spc="-35" dirty="0">
                <a:solidFill>
                  <a:srgbClr val="E5E0DF"/>
                </a:solidFill>
                <a:latin typeface="Tahoma" panose="020B0604030504040204"/>
                <a:cs typeface="Tahoma" panose="020B0604030504040204"/>
              </a:rPr>
              <a:t>Segmentation</a:t>
            </a:r>
            <a:r>
              <a:rPr sz="1350" b="1" spc="-45" dirty="0">
                <a:solidFill>
                  <a:srgbClr val="E5E0DF"/>
                </a:solidFill>
                <a:latin typeface="Tahoma" panose="020B0604030504040204"/>
                <a:cs typeface="Tahoma" panose="020B0604030504040204"/>
              </a:rPr>
              <a:t> (TextTiling </a:t>
            </a:r>
            <a:r>
              <a:rPr sz="1350" b="1" spc="-260" dirty="0">
                <a:solidFill>
                  <a:srgbClr val="E5E0DF"/>
                </a:solidFill>
                <a:latin typeface="Tahoma" panose="020B0604030504040204"/>
                <a:cs typeface="Tahoma" panose="020B0604030504040204"/>
              </a:rPr>
              <a:t>/</a:t>
            </a:r>
            <a:r>
              <a:rPr sz="1350" b="1" spc="-50" dirty="0">
                <a:solidFill>
                  <a:srgbClr val="E5E0DF"/>
                </a:solidFill>
                <a:latin typeface="Tahoma" panose="020B0604030504040204"/>
                <a:cs typeface="Tahoma" panose="020B0604030504040204"/>
              </a:rPr>
              <a:t> TF-IDF)</a:t>
            </a:r>
            <a:r>
              <a:rPr sz="1350" b="1" spc="-45" dirty="0">
                <a:solidFill>
                  <a:srgbClr val="E5E0DF"/>
                </a:solidFill>
                <a:latin typeface="Tahoma" panose="020B0604030504040204"/>
                <a:cs typeface="Tahoma" panose="020B0604030504040204"/>
              </a:rPr>
              <a:t> </a:t>
            </a:r>
            <a:r>
              <a:rPr sz="1350" b="1" spc="555" dirty="0">
                <a:solidFill>
                  <a:srgbClr val="E5E0DF"/>
                </a:solidFill>
                <a:latin typeface="Tahoma" panose="020B0604030504040204"/>
                <a:cs typeface="Tahoma" panose="020B0604030504040204"/>
              </a:rPr>
              <a:t>³</a:t>
            </a:r>
            <a:r>
              <a:rPr sz="1350" b="1" spc="-50" dirty="0">
                <a:solidFill>
                  <a:srgbClr val="E5E0DF"/>
                </a:solidFill>
                <a:latin typeface="Tahoma" panose="020B0604030504040204"/>
                <a:cs typeface="Tahoma" panose="020B0604030504040204"/>
              </a:rPr>
              <a:t> </a:t>
            </a:r>
            <a:r>
              <a:rPr sz="1350" b="1" spc="-40" dirty="0">
                <a:solidFill>
                  <a:srgbClr val="E5E0DF"/>
                </a:solidFill>
                <a:latin typeface="Tahoma" panose="020B0604030504040204"/>
                <a:cs typeface="Tahoma" panose="020B0604030504040204"/>
              </a:rPr>
              <a:t>Sentiment</a:t>
            </a:r>
            <a:r>
              <a:rPr sz="1350" b="1" spc="-50" dirty="0">
                <a:solidFill>
                  <a:srgbClr val="E5E0DF"/>
                </a:solidFill>
                <a:latin typeface="Tahoma" panose="020B0604030504040204"/>
                <a:cs typeface="Tahoma" panose="020B0604030504040204"/>
              </a:rPr>
              <a:t> </a:t>
            </a:r>
            <a:r>
              <a:rPr sz="1350" b="1" spc="-55" dirty="0">
                <a:solidFill>
                  <a:srgbClr val="E5E0DF"/>
                </a:solidFill>
                <a:latin typeface="Tahoma" panose="020B0604030504040204"/>
                <a:cs typeface="Tahoma" panose="020B0604030504040204"/>
              </a:rPr>
              <a:t>(TextBlob)</a:t>
            </a:r>
            <a:r>
              <a:rPr sz="1350" b="1" spc="-45" dirty="0">
                <a:solidFill>
                  <a:srgbClr val="E5E0DF"/>
                </a:solidFill>
                <a:latin typeface="Tahoma" panose="020B0604030504040204"/>
                <a:cs typeface="Tahoma" panose="020B0604030504040204"/>
              </a:rPr>
              <a:t> </a:t>
            </a:r>
            <a:r>
              <a:rPr sz="1350" b="1" spc="555" dirty="0">
                <a:solidFill>
                  <a:srgbClr val="E5E0DF"/>
                </a:solidFill>
                <a:latin typeface="Tahoma" panose="020B0604030504040204"/>
                <a:cs typeface="Tahoma" panose="020B0604030504040204"/>
              </a:rPr>
              <a:t>³</a:t>
            </a:r>
            <a:r>
              <a:rPr sz="1350" b="1" spc="-50" dirty="0">
                <a:solidFill>
                  <a:srgbClr val="E5E0DF"/>
                </a:solidFill>
                <a:latin typeface="Tahoma" panose="020B0604030504040204"/>
                <a:cs typeface="Tahoma" panose="020B0604030504040204"/>
              </a:rPr>
              <a:t> </a:t>
            </a:r>
            <a:r>
              <a:rPr sz="1350" b="1" spc="-155" dirty="0">
                <a:solidFill>
                  <a:srgbClr val="E5E0DF"/>
                </a:solidFill>
                <a:latin typeface="Tahoma" panose="020B0604030504040204"/>
                <a:cs typeface="Tahoma" panose="020B0604030504040204"/>
              </a:rPr>
              <a:t>UI</a:t>
            </a:r>
            <a:r>
              <a:rPr sz="1350" b="1" spc="-45" dirty="0">
                <a:solidFill>
                  <a:srgbClr val="E5E0DF"/>
                </a:solidFill>
                <a:latin typeface="Tahoma" panose="020B0604030504040204"/>
                <a:cs typeface="Tahoma" panose="020B0604030504040204"/>
              </a:rPr>
              <a:t> </a:t>
            </a:r>
            <a:r>
              <a:rPr sz="1350" b="1" spc="-10" dirty="0">
                <a:solidFill>
                  <a:srgbClr val="E5E0DF"/>
                </a:solidFill>
                <a:latin typeface="Tahoma" panose="020B0604030504040204"/>
                <a:cs typeface="Tahoma" panose="020B0604030504040204"/>
              </a:rPr>
              <a:t>(Streamlit)</a:t>
            </a:r>
            <a:endParaRPr sz="1350">
              <a:latin typeface="Tahoma" panose="020B0604030504040204"/>
              <a:cs typeface="Tahoma" panose="020B0604030504040204"/>
            </a:endParaRPr>
          </a:p>
        </p:txBody>
      </p:sp>
      <p:sp>
        <p:nvSpPr>
          <p:cNvPr id="4" name="object 4"/>
          <p:cNvSpPr/>
          <p:nvPr/>
        </p:nvSpPr>
        <p:spPr>
          <a:xfrm>
            <a:off x="600075" y="3952875"/>
            <a:ext cx="10229850" cy="19050"/>
          </a:xfrm>
          <a:custGeom>
            <a:avLst/>
            <a:gdLst/>
            <a:ahLst/>
            <a:cxnLst/>
            <a:rect l="l" t="t" r="r" b="b"/>
            <a:pathLst>
              <a:path w="10229850" h="19050">
                <a:moveTo>
                  <a:pt x="10222954" y="0"/>
                </a:moveTo>
                <a:lnTo>
                  <a:pt x="6896" y="0"/>
                </a:lnTo>
                <a:lnTo>
                  <a:pt x="4648" y="927"/>
                </a:lnTo>
                <a:lnTo>
                  <a:pt x="927" y="4648"/>
                </a:lnTo>
                <a:lnTo>
                  <a:pt x="0" y="6896"/>
                </a:lnTo>
                <a:lnTo>
                  <a:pt x="0" y="9525"/>
                </a:lnTo>
                <a:lnTo>
                  <a:pt x="0" y="12153"/>
                </a:lnTo>
                <a:lnTo>
                  <a:pt x="927" y="14401"/>
                </a:lnTo>
                <a:lnTo>
                  <a:pt x="4648" y="18122"/>
                </a:lnTo>
                <a:lnTo>
                  <a:pt x="6896" y="19050"/>
                </a:lnTo>
                <a:lnTo>
                  <a:pt x="10222954" y="19050"/>
                </a:lnTo>
                <a:lnTo>
                  <a:pt x="10225201" y="18122"/>
                </a:lnTo>
                <a:lnTo>
                  <a:pt x="10228923" y="14401"/>
                </a:lnTo>
                <a:lnTo>
                  <a:pt x="10229850" y="12153"/>
                </a:lnTo>
                <a:lnTo>
                  <a:pt x="10229850" y="6896"/>
                </a:lnTo>
                <a:lnTo>
                  <a:pt x="10228923" y="4648"/>
                </a:lnTo>
                <a:lnTo>
                  <a:pt x="10225201" y="927"/>
                </a:lnTo>
                <a:lnTo>
                  <a:pt x="10222954" y="0"/>
                </a:lnTo>
                <a:close/>
              </a:path>
            </a:pathLst>
          </a:custGeom>
          <a:solidFill>
            <a:srgbClr val="FFFFFF">
              <a:alpha val="25099"/>
            </a:srgbClr>
          </a:solidFill>
        </p:spPr>
        <p:txBody>
          <a:bodyPr wrap="square" lIns="0" tIns="0" rIns="0" bIns="0" rtlCol="0"/>
          <a:lstStyle/>
          <a:p/>
        </p:txBody>
      </p:sp>
      <p:grpSp>
        <p:nvGrpSpPr>
          <p:cNvPr id="5" name="object 5"/>
          <p:cNvGrpSpPr/>
          <p:nvPr/>
        </p:nvGrpSpPr>
        <p:grpSpPr>
          <a:xfrm>
            <a:off x="2038349" y="3431387"/>
            <a:ext cx="407034" cy="730885"/>
            <a:chOff x="2038349" y="3431387"/>
            <a:chExt cx="407034" cy="730885"/>
          </a:xfrm>
        </p:grpSpPr>
        <p:sp>
          <p:nvSpPr>
            <p:cNvPr id="6" name="object 6"/>
            <p:cNvSpPr/>
            <p:nvPr/>
          </p:nvSpPr>
          <p:spPr>
            <a:xfrm>
              <a:off x="2062797" y="3431387"/>
              <a:ext cx="382270" cy="730885"/>
            </a:xfrm>
            <a:custGeom>
              <a:avLst/>
              <a:gdLst/>
              <a:ahLst/>
              <a:cxnLst/>
              <a:rect l="l" t="t" r="r" b="b"/>
              <a:pathLst>
                <a:path w="382269" h="730885">
                  <a:moveTo>
                    <a:pt x="185102" y="6883"/>
                  </a:moveTo>
                  <a:lnTo>
                    <a:pt x="184175" y="4648"/>
                  </a:lnTo>
                  <a:lnTo>
                    <a:pt x="180454" y="927"/>
                  </a:lnTo>
                  <a:lnTo>
                    <a:pt x="178206" y="0"/>
                  </a:lnTo>
                  <a:lnTo>
                    <a:pt x="172948" y="0"/>
                  </a:lnTo>
                  <a:lnTo>
                    <a:pt x="170700" y="927"/>
                  </a:lnTo>
                  <a:lnTo>
                    <a:pt x="166979" y="4648"/>
                  </a:lnTo>
                  <a:lnTo>
                    <a:pt x="166052" y="6883"/>
                  </a:lnTo>
                  <a:lnTo>
                    <a:pt x="166052" y="504825"/>
                  </a:lnTo>
                  <a:lnTo>
                    <a:pt x="166052" y="507453"/>
                  </a:lnTo>
                  <a:lnTo>
                    <a:pt x="166979" y="509689"/>
                  </a:lnTo>
                  <a:lnTo>
                    <a:pt x="170700" y="513410"/>
                  </a:lnTo>
                  <a:lnTo>
                    <a:pt x="172948" y="514350"/>
                  </a:lnTo>
                  <a:lnTo>
                    <a:pt x="178206" y="514350"/>
                  </a:lnTo>
                  <a:lnTo>
                    <a:pt x="180454" y="513410"/>
                  </a:lnTo>
                  <a:lnTo>
                    <a:pt x="184175" y="509689"/>
                  </a:lnTo>
                  <a:lnTo>
                    <a:pt x="185102" y="507453"/>
                  </a:lnTo>
                  <a:lnTo>
                    <a:pt x="185102" y="6883"/>
                  </a:lnTo>
                  <a:close/>
                </a:path>
                <a:path w="382269" h="730885">
                  <a:moveTo>
                    <a:pt x="382143" y="535190"/>
                  </a:moveTo>
                  <a:lnTo>
                    <a:pt x="378383" y="497103"/>
                  </a:lnTo>
                  <a:lnTo>
                    <a:pt x="367271" y="460463"/>
                  </a:lnTo>
                  <a:lnTo>
                    <a:pt x="349237" y="426707"/>
                  </a:lnTo>
                  <a:lnTo>
                    <a:pt x="324954" y="397116"/>
                  </a:lnTo>
                  <a:lnTo>
                    <a:pt x="295351" y="372833"/>
                  </a:lnTo>
                  <a:lnTo>
                    <a:pt x="261594" y="354799"/>
                  </a:lnTo>
                  <a:lnTo>
                    <a:pt x="243573" y="348310"/>
                  </a:lnTo>
                  <a:lnTo>
                    <a:pt x="258457" y="355333"/>
                  </a:lnTo>
                  <a:lnTo>
                    <a:pt x="274015" y="364655"/>
                  </a:lnTo>
                  <a:lnTo>
                    <a:pt x="314452" y="401332"/>
                  </a:lnTo>
                  <a:lnTo>
                    <a:pt x="342404" y="448043"/>
                  </a:lnTo>
                  <a:lnTo>
                    <a:pt x="355663" y="500811"/>
                  </a:lnTo>
                  <a:lnTo>
                    <a:pt x="356539" y="519125"/>
                  </a:lnTo>
                  <a:lnTo>
                    <a:pt x="355765" y="535190"/>
                  </a:lnTo>
                  <a:lnTo>
                    <a:pt x="355663" y="537413"/>
                  </a:lnTo>
                  <a:lnTo>
                    <a:pt x="342404" y="590194"/>
                  </a:lnTo>
                  <a:lnTo>
                    <a:pt x="314452" y="636879"/>
                  </a:lnTo>
                  <a:lnTo>
                    <a:pt x="274015" y="673569"/>
                  </a:lnTo>
                  <a:lnTo>
                    <a:pt x="224650" y="696899"/>
                  </a:lnTo>
                  <a:lnTo>
                    <a:pt x="170802" y="704862"/>
                  </a:lnTo>
                  <a:lnTo>
                    <a:pt x="152514" y="703973"/>
                  </a:lnTo>
                  <a:lnTo>
                    <a:pt x="99720" y="690714"/>
                  </a:lnTo>
                  <a:lnTo>
                    <a:pt x="53035" y="662762"/>
                  </a:lnTo>
                  <a:lnTo>
                    <a:pt x="16344" y="622325"/>
                  </a:lnTo>
                  <a:lnTo>
                    <a:pt x="0" y="591883"/>
                  </a:lnTo>
                  <a:lnTo>
                    <a:pt x="3035" y="600951"/>
                  </a:lnTo>
                  <a:lnTo>
                    <a:pt x="19392" y="635558"/>
                  </a:lnTo>
                  <a:lnTo>
                    <a:pt x="42189" y="666305"/>
                  </a:lnTo>
                  <a:lnTo>
                    <a:pt x="70548" y="692010"/>
                  </a:lnTo>
                  <a:lnTo>
                    <a:pt x="103390" y="711708"/>
                  </a:lnTo>
                  <a:lnTo>
                    <a:pt x="139420" y="724598"/>
                  </a:lnTo>
                  <a:lnTo>
                    <a:pt x="177292" y="730211"/>
                  </a:lnTo>
                  <a:lnTo>
                    <a:pt x="186880" y="730453"/>
                  </a:lnTo>
                  <a:lnTo>
                    <a:pt x="196481" y="730211"/>
                  </a:lnTo>
                  <a:lnTo>
                    <a:pt x="234340" y="724598"/>
                  </a:lnTo>
                  <a:lnTo>
                    <a:pt x="270370" y="711708"/>
                  </a:lnTo>
                  <a:lnTo>
                    <a:pt x="303212" y="692010"/>
                  </a:lnTo>
                  <a:lnTo>
                    <a:pt x="331571" y="666305"/>
                  </a:lnTo>
                  <a:lnTo>
                    <a:pt x="354368" y="635558"/>
                  </a:lnTo>
                  <a:lnTo>
                    <a:pt x="370738" y="600951"/>
                  </a:lnTo>
                  <a:lnTo>
                    <a:pt x="380034" y="563829"/>
                  </a:lnTo>
                  <a:lnTo>
                    <a:pt x="381076" y="555358"/>
                  </a:lnTo>
                  <a:lnTo>
                    <a:pt x="381203" y="554329"/>
                  </a:lnTo>
                  <a:lnTo>
                    <a:pt x="381914" y="544779"/>
                  </a:lnTo>
                  <a:lnTo>
                    <a:pt x="382092" y="537413"/>
                  </a:lnTo>
                  <a:lnTo>
                    <a:pt x="382143" y="535190"/>
                  </a:lnTo>
                  <a:close/>
                </a:path>
              </a:pathLst>
            </a:custGeom>
            <a:solidFill>
              <a:srgbClr val="FFFFFF">
                <a:alpha val="25099"/>
              </a:srgbClr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7" name="object 7"/>
            <p:cNvSpPr/>
            <p:nvPr/>
          </p:nvSpPr>
          <p:spPr>
            <a:xfrm>
              <a:off x="2038349" y="3755237"/>
              <a:ext cx="390525" cy="390525"/>
            </a:xfrm>
            <a:custGeom>
              <a:avLst/>
              <a:gdLst/>
              <a:ahLst/>
              <a:cxnLst/>
              <a:rect l="l" t="t" r="r" b="b"/>
              <a:pathLst>
                <a:path w="390525" h="390525">
                  <a:moveTo>
                    <a:pt x="195262" y="0"/>
                  </a:moveTo>
                  <a:lnTo>
                    <a:pt x="157160" y="3709"/>
                  </a:lnTo>
                  <a:lnTo>
                    <a:pt x="120535" y="14858"/>
                  </a:lnTo>
                  <a:lnTo>
                    <a:pt x="86756" y="32870"/>
                  </a:lnTo>
                  <a:lnTo>
                    <a:pt x="57188" y="57188"/>
                  </a:lnTo>
                  <a:lnTo>
                    <a:pt x="32875" y="86752"/>
                  </a:lnTo>
                  <a:lnTo>
                    <a:pt x="14858" y="120535"/>
                  </a:lnTo>
                  <a:lnTo>
                    <a:pt x="3714" y="157156"/>
                  </a:lnTo>
                  <a:lnTo>
                    <a:pt x="0" y="195262"/>
                  </a:lnTo>
                  <a:lnTo>
                    <a:pt x="928" y="214492"/>
                  </a:lnTo>
                  <a:lnTo>
                    <a:pt x="14858" y="269976"/>
                  </a:lnTo>
                  <a:lnTo>
                    <a:pt x="32875" y="303760"/>
                  </a:lnTo>
                  <a:lnTo>
                    <a:pt x="57188" y="333324"/>
                  </a:lnTo>
                  <a:lnTo>
                    <a:pt x="86756" y="357641"/>
                  </a:lnTo>
                  <a:lnTo>
                    <a:pt x="120535" y="375653"/>
                  </a:lnTo>
                  <a:lnTo>
                    <a:pt x="157160" y="386803"/>
                  </a:lnTo>
                  <a:lnTo>
                    <a:pt x="195262" y="390524"/>
                  </a:lnTo>
                  <a:lnTo>
                    <a:pt x="214498" y="389594"/>
                  </a:lnTo>
                  <a:lnTo>
                    <a:pt x="269989" y="375653"/>
                  </a:lnTo>
                  <a:lnTo>
                    <a:pt x="303768" y="357641"/>
                  </a:lnTo>
                  <a:lnTo>
                    <a:pt x="333336" y="333324"/>
                  </a:lnTo>
                  <a:lnTo>
                    <a:pt x="357644" y="303760"/>
                  </a:lnTo>
                  <a:lnTo>
                    <a:pt x="375665" y="269976"/>
                  </a:lnTo>
                  <a:lnTo>
                    <a:pt x="386810" y="233357"/>
                  </a:lnTo>
                  <a:lnTo>
                    <a:pt x="390524" y="195262"/>
                  </a:lnTo>
                  <a:lnTo>
                    <a:pt x="389596" y="176024"/>
                  </a:lnTo>
                  <a:lnTo>
                    <a:pt x="375665" y="120535"/>
                  </a:lnTo>
                  <a:lnTo>
                    <a:pt x="357644" y="86752"/>
                  </a:lnTo>
                  <a:lnTo>
                    <a:pt x="333336" y="57188"/>
                  </a:lnTo>
                  <a:lnTo>
                    <a:pt x="303768" y="32870"/>
                  </a:lnTo>
                  <a:lnTo>
                    <a:pt x="269989" y="14858"/>
                  </a:lnTo>
                  <a:lnTo>
                    <a:pt x="233364" y="3709"/>
                  </a:lnTo>
                  <a:lnTo>
                    <a:pt x="195262" y="0"/>
                  </a:lnTo>
                  <a:close/>
                </a:path>
              </a:pathLst>
            </a:custGeom>
            <a:solidFill>
              <a:srgbClr val="232323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8" name="object 8"/>
            <p:cNvSpPr/>
            <p:nvPr/>
          </p:nvSpPr>
          <p:spPr>
            <a:xfrm>
              <a:off x="2038349" y="3755237"/>
              <a:ext cx="390525" cy="390525"/>
            </a:xfrm>
            <a:custGeom>
              <a:avLst/>
              <a:gdLst/>
              <a:ahLst/>
              <a:cxnLst/>
              <a:rect l="l" t="t" r="r" b="b"/>
              <a:pathLst>
                <a:path w="390525" h="390525">
                  <a:moveTo>
                    <a:pt x="195262" y="0"/>
                  </a:moveTo>
                  <a:lnTo>
                    <a:pt x="157160" y="3709"/>
                  </a:lnTo>
                  <a:lnTo>
                    <a:pt x="120535" y="14858"/>
                  </a:lnTo>
                  <a:lnTo>
                    <a:pt x="86756" y="32870"/>
                  </a:lnTo>
                  <a:lnTo>
                    <a:pt x="57188" y="57188"/>
                  </a:lnTo>
                  <a:lnTo>
                    <a:pt x="32875" y="86752"/>
                  </a:lnTo>
                  <a:lnTo>
                    <a:pt x="14858" y="120535"/>
                  </a:lnTo>
                  <a:lnTo>
                    <a:pt x="3714" y="157156"/>
                  </a:lnTo>
                  <a:lnTo>
                    <a:pt x="0" y="195262"/>
                  </a:lnTo>
                  <a:lnTo>
                    <a:pt x="833" y="212531"/>
                  </a:lnTo>
                  <a:lnTo>
                    <a:pt x="928" y="214492"/>
                  </a:lnTo>
                  <a:lnTo>
                    <a:pt x="14858" y="269976"/>
                  </a:lnTo>
                  <a:lnTo>
                    <a:pt x="32875" y="303760"/>
                  </a:lnTo>
                  <a:lnTo>
                    <a:pt x="57188" y="333324"/>
                  </a:lnTo>
                  <a:lnTo>
                    <a:pt x="86756" y="357641"/>
                  </a:lnTo>
                  <a:lnTo>
                    <a:pt x="120535" y="375653"/>
                  </a:lnTo>
                  <a:lnTo>
                    <a:pt x="157160" y="386803"/>
                  </a:lnTo>
                  <a:lnTo>
                    <a:pt x="195262" y="390524"/>
                  </a:lnTo>
                  <a:lnTo>
                    <a:pt x="214498" y="389594"/>
                  </a:lnTo>
                  <a:lnTo>
                    <a:pt x="233364" y="386803"/>
                  </a:lnTo>
                  <a:lnTo>
                    <a:pt x="251860" y="382156"/>
                  </a:lnTo>
                  <a:lnTo>
                    <a:pt x="269989" y="375653"/>
                  </a:lnTo>
                  <a:lnTo>
                    <a:pt x="278844" y="371474"/>
                  </a:lnTo>
                  <a:lnTo>
                    <a:pt x="195262" y="371474"/>
                  </a:lnTo>
                  <a:lnTo>
                    <a:pt x="186606" y="371263"/>
                  </a:lnTo>
                  <a:lnTo>
                    <a:pt x="144111" y="363881"/>
                  </a:lnTo>
                  <a:lnTo>
                    <a:pt x="104676" y="346401"/>
                  </a:lnTo>
                  <a:lnTo>
                    <a:pt x="70662" y="319862"/>
                  </a:lnTo>
                  <a:lnTo>
                    <a:pt x="44110" y="285836"/>
                  </a:lnTo>
                  <a:lnTo>
                    <a:pt x="26636" y="246410"/>
                  </a:lnTo>
                  <a:lnTo>
                    <a:pt x="19261" y="203918"/>
                  </a:lnTo>
                  <a:lnTo>
                    <a:pt x="19049" y="195262"/>
                  </a:lnTo>
                  <a:lnTo>
                    <a:pt x="19261" y="186599"/>
                  </a:lnTo>
                  <a:lnTo>
                    <a:pt x="26636" y="144102"/>
                  </a:lnTo>
                  <a:lnTo>
                    <a:pt x="44110" y="104670"/>
                  </a:lnTo>
                  <a:lnTo>
                    <a:pt x="70662" y="70650"/>
                  </a:lnTo>
                  <a:lnTo>
                    <a:pt x="104676" y="44108"/>
                  </a:lnTo>
                  <a:lnTo>
                    <a:pt x="144111" y="26628"/>
                  </a:lnTo>
                  <a:lnTo>
                    <a:pt x="186606" y="19259"/>
                  </a:lnTo>
                  <a:lnTo>
                    <a:pt x="195262" y="19049"/>
                  </a:lnTo>
                  <a:lnTo>
                    <a:pt x="278871" y="19049"/>
                  </a:lnTo>
                  <a:lnTo>
                    <a:pt x="269989" y="14858"/>
                  </a:lnTo>
                  <a:lnTo>
                    <a:pt x="251860" y="8352"/>
                  </a:lnTo>
                  <a:lnTo>
                    <a:pt x="233364" y="3709"/>
                  </a:lnTo>
                  <a:lnTo>
                    <a:pt x="214498" y="926"/>
                  </a:lnTo>
                  <a:lnTo>
                    <a:pt x="195262" y="0"/>
                  </a:lnTo>
                  <a:close/>
                </a:path>
                <a:path w="390525" h="390525">
                  <a:moveTo>
                    <a:pt x="278871" y="19049"/>
                  </a:moveTo>
                  <a:lnTo>
                    <a:pt x="195262" y="19049"/>
                  </a:lnTo>
                  <a:lnTo>
                    <a:pt x="203918" y="19259"/>
                  </a:lnTo>
                  <a:lnTo>
                    <a:pt x="212532" y="19891"/>
                  </a:lnTo>
                  <a:lnTo>
                    <a:pt x="254617" y="29336"/>
                  </a:lnTo>
                  <a:lnTo>
                    <a:pt x="293166" y="48742"/>
                  </a:lnTo>
                  <a:lnTo>
                    <a:pt x="325832" y="76921"/>
                  </a:lnTo>
                  <a:lnTo>
                    <a:pt x="350670" y="112187"/>
                  </a:lnTo>
                  <a:lnTo>
                    <a:pt x="366188" y="152430"/>
                  </a:lnTo>
                  <a:lnTo>
                    <a:pt x="371474" y="195262"/>
                  </a:lnTo>
                  <a:lnTo>
                    <a:pt x="371263" y="203918"/>
                  </a:lnTo>
                  <a:lnTo>
                    <a:pt x="363888" y="246410"/>
                  </a:lnTo>
                  <a:lnTo>
                    <a:pt x="346414" y="285836"/>
                  </a:lnTo>
                  <a:lnTo>
                    <a:pt x="319862" y="319862"/>
                  </a:lnTo>
                  <a:lnTo>
                    <a:pt x="285848" y="346401"/>
                  </a:lnTo>
                  <a:lnTo>
                    <a:pt x="246413" y="363881"/>
                  </a:lnTo>
                  <a:lnTo>
                    <a:pt x="203918" y="371263"/>
                  </a:lnTo>
                  <a:lnTo>
                    <a:pt x="195262" y="371474"/>
                  </a:lnTo>
                  <a:lnTo>
                    <a:pt x="278844" y="371474"/>
                  </a:lnTo>
                  <a:lnTo>
                    <a:pt x="319077" y="346271"/>
                  </a:lnTo>
                  <a:lnTo>
                    <a:pt x="346276" y="319070"/>
                  </a:lnTo>
                  <a:lnTo>
                    <a:pt x="375665" y="269976"/>
                  </a:lnTo>
                  <a:lnTo>
                    <a:pt x="386810" y="233357"/>
                  </a:lnTo>
                  <a:lnTo>
                    <a:pt x="390524" y="195262"/>
                  </a:lnTo>
                  <a:lnTo>
                    <a:pt x="389690" y="177982"/>
                  </a:lnTo>
                  <a:lnTo>
                    <a:pt x="389596" y="176024"/>
                  </a:lnTo>
                  <a:lnTo>
                    <a:pt x="375665" y="120535"/>
                  </a:lnTo>
                  <a:lnTo>
                    <a:pt x="357644" y="86752"/>
                  </a:lnTo>
                  <a:lnTo>
                    <a:pt x="333336" y="57188"/>
                  </a:lnTo>
                  <a:lnTo>
                    <a:pt x="303768" y="32870"/>
                  </a:lnTo>
                  <a:lnTo>
                    <a:pt x="287406" y="23076"/>
                  </a:lnTo>
                  <a:lnTo>
                    <a:pt x="278871" y="19049"/>
                  </a:lnTo>
                  <a:close/>
                </a:path>
              </a:pathLst>
            </a:custGeom>
            <a:solidFill>
              <a:srgbClr val="FFFFFF">
                <a:alpha val="25099"/>
              </a:srgbClr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9" name="object 9"/>
            <p:cNvPicPr/>
            <p:nvPr/>
          </p:nvPicPr>
          <p:blipFill>
            <a:blip r:embed="rId1" cstate="print"/>
            <a:stretch>
              <a:fillRect/>
            </a:stretch>
          </p:blipFill>
          <p:spPr>
            <a:xfrm>
              <a:off x="2162087" y="3817255"/>
              <a:ext cx="152623" cy="268712"/>
            </a:xfrm>
            <a:prstGeom prst="rect">
              <a:avLst/>
            </a:prstGeom>
          </p:spPr>
        </p:pic>
      </p:grpSp>
      <p:sp>
        <p:nvSpPr>
          <p:cNvPr id="10" name="object 10"/>
          <p:cNvSpPr txBox="1"/>
          <p:nvPr/>
        </p:nvSpPr>
        <p:spPr>
          <a:xfrm>
            <a:off x="945158" y="2439987"/>
            <a:ext cx="2576195" cy="549275"/>
          </a:xfrm>
          <a:prstGeom prst="rect">
            <a:avLst/>
          </a:prstGeom>
        </p:spPr>
        <p:txBody>
          <a:bodyPr vert="horz" wrap="square" lIns="0" tIns="1905" rIns="0" bIns="0" rtlCol="0">
            <a:spAutoFit/>
          </a:bodyPr>
          <a:lstStyle/>
          <a:p>
            <a:pPr marL="1024890" marR="5080" indent="-1012825">
              <a:lnSpc>
                <a:spcPct val="106000"/>
              </a:lnSpc>
              <a:spcBef>
                <a:spcPts val="15"/>
              </a:spcBef>
            </a:pPr>
            <a:r>
              <a:rPr sz="1650" b="1" dirty="0">
                <a:solidFill>
                  <a:srgbClr val="E5E0DF"/>
                </a:solidFill>
                <a:latin typeface="Tahoma" panose="020B0604030504040204"/>
                <a:cs typeface="Tahoma" panose="020B0604030504040204"/>
              </a:rPr>
              <a:t>Audio</a:t>
            </a:r>
            <a:r>
              <a:rPr sz="1650" b="1" spc="-60" dirty="0">
                <a:solidFill>
                  <a:srgbClr val="E5E0DF"/>
                </a:solidFill>
                <a:latin typeface="Tahoma" panose="020B0604030504040204"/>
                <a:cs typeface="Tahoma" panose="020B0604030504040204"/>
              </a:rPr>
              <a:t> </a:t>
            </a:r>
            <a:r>
              <a:rPr sz="1650" b="1" spc="-20" dirty="0">
                <a:solidFill>
                  <a:srgbClr val="E5E0DF"/>
                </a:solidFill>
                <a:latin typeface="Tahoma" panose="020B0604030504040204"/>
                <a:cs typeface="Tahoma" panose="020B0604030504040204"/>
              </a:rPr>
              <a:t>input</a:t>
            </a:r>
            <a:r>
              <a:rPr sz="1650" b="1" spc="-55" dirty="0">
                <a:solidFill>
                  <a:srgbClr val="E5E0DF"/>
                </a:solidFill>
                <a:latin typeface="Tahoma" panose="020B0604030504040204"/>
                <a:cs typeface="Tahoma" panose="020B0604030504040204"/>
              </a:rPr>
              <a:t> </a:t>
            </a:r>
            <a:r>
              <a:rPr sz="1650" b="1" dirty="0">
                <a:solidFill>
                  <a:srgbClr val="E5E0DF"/>
                </a:solidFill>
                <a:latin typeface="Tahoma" panose="020B0604030504040204"/>
                <a:cs typeface="Tahoma" panose="020B0604030504040204"/>
              </a:rPr>
              <a:t>uploaded</a:t>
            </a:r>
            <a:r>
              <a:rPr sz="1650" b="1" spc="-55" dirty="0">
                <a:solidFill>
                  <a:srgbClr val="E5E0DF"/>
                </a:solidFill>
                <a:latin typeface="Tahoma" panose="020B0604030504040204"/>
                <a:cs typeface="Tahoma" panose="020B0604030504040204"/>
              </a:rPr>
              <a:t> </a:t>
            </a:r>
            <a:r>
              <a:rPr sz="1650" b="1" spc="-25" dirty="0">
                <a:solidFill>
                  <a:srgbClr val="E5E0DF"/>
                </a:solidFill>
                <a:latin typeface="Tahoma" panose="020B0604030504040204"/>
                <a:cs typeface="Tahoma" panose="020B0604030504040204"/>
              </a:rPr>
              <a:t>by </a:t>
            </a:r>
            <a:r>
              <a:rPr sz="1650" b="1" spc="-20" dirty="0">
                <a:solidFill>
                  <a:srgbClr val="E5E0DF"/>
                </a:solidFill>
                <a:latin typeface="Tahoma" panose="020B0604030504040204"/>
                <a:cs typeface="Tahoma" panose="020B0604030504040204"/>
              </a:rPr>
              <a:t>user.</a:t>
            </a:r>
            <a:endParaRPr sz="1650">
              <a:latin typeface="Tahoma" panose="020B0604030504040204"/>
              <a:cs typeface="Tahoma" panose="020B0604030504040204"/>
            </a:endParaRPr>
          </a:p>
        </p:txBody>
      </p:sp>
      <p:grpSp>
        <p:nvGrpSpPr>
          <p:cNvPr id="11" name="object 11"/>
          <p:cNvGrpSpPr/>
          <p:nvPr/>
        </p:nvGrpSpPr>
        <p:grpSpPr>
          <a:xfrm>
            <a:off x="3781424" y="3760000"/>
            <a:ext cx="407034" cy="704850"/>
            <a:chOff x="3781424" y="3760000"/>
            <a:chExt cx="407034" cy="704850"/>
          </a:xfrm>
        </p:grpSpPr>
        <p:sp>
          <p:nvSpPr>
            <p:cNvPr id="12" name="object 12"/>
            <p:cNvSpPr/>
            <p:nvPr/>
          </p:nvSpPr>
          <p:spPr>
            <a:xfrm>
              <a:off x="3962399" y="3950500"/>
              <a:ext cx="19050" cy="514350"/>
            </a:xfrm>
            <a:custGeom>
              <a:avLst/>
              <a:gdLst/>
              <a:ahLst/>
              <a:cxnLst/>
              <a:rect l="l" t="t" r="r" b="b"/>
              <a:pathLst>
                <a:path w="19050" h="514350">
                  <a:moveTo>
                    <a:pt x="12153" y="0"/>
                  </a:moveTo>
                  <a:lnTo>
                    <a:pt x="6896" y="0"/>
                  </a:lnTo>
                  <a:lnTo>
                    <a:pt x="4648" y="927"/>
                  </a:lnTo>
                  <a:lnTo>
                    <a:pt x="927" y="4648"/>
                  </a:lnTo>
                  <a:lnTo>
                    <a:pt x="0" y="6883"/>
                  </a:lnTo>
                  <a:lnTo>
                    <a:pt x="0" y="504825"/>
                  </a:lnTo>
                  <a:lnTo>
                    <a:pt x="0" y="507453"/>
                  </a:lnTo>
                  <a:lnTo>
                    <a:pt x="927" y="509689"/>
                  </a:lnTo>
                  <a:lnTo>
                    <a:pt x="4648" y="513410"/>
                  </a:lnTo>
                  <a:lnTo>
                    <a:pt x="6896" y="514350"/>
                  </a:lnTo>
                  <a:lnTo>
                    <a:pt x="12153" y="514350"/>
                  </a:lnTo>
                  <a:lnTo>
                    <a:pt x="14401" y="513410"/>
                  </a:lnTo>
                  <a:lnTo>
                    <a:pt x="18122" y="509689"/>
                  </a:lnTo>
                  <a:lnTo>
                    <a:pt x="19050" y="507453"/>
                  </a:lnTo>
                  <a:lnTo>
                    <a:pt x="19050" y="6883"/>
                  </a:lnTo>
                  <a:lnTo>
                    <a:pt x="18122" y="4648"/>
                  </a:lnTo>
                  <a:lnTo>
                    <a:pt x="14401" y="927"/>
                  </a:lnTo>
                  <a:lnTo>
                    <a:pt x="12153" y="0"/>
                  </a:lnTo>
                  <a:close/>
                </a:path>
              </a:pathLst>
            </a:custGeom>
            <a:solidFill>
              <a:srgbClr val="FFFFFF">
                <a:alpha val="25099"/>
              </a:srgbClr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3" name="object 13"/>
            <p:cNvSpPr/>
            <p:nvPr/>
          </p:nvSpPr>
          <p:spPr>
            <a:xfrm>
              <a:off x="3805724" y="3784287"/>
              <a:ext cx="382905" cy="373380"/>
            </a:xfrm>
            <a:custGeom>
              <a:avLst/>
              <a:gdLst/>
              <a:ahLst/>
              <a:cxnLst/>
              <a:rect l="l" t="t" r="r" b="b"/>
              <a:pathLst>
                <a:path w="382904" h="373379">
                  <a:moveTo>
                    <a:pt x="0" y="237573"/>
                  </a:moveTo>
                  <a:lnTo>
                    <a:pt x="18868" y="280209"/>
                  </a:lnTo>
                  <a:lnTo>
                    <a:pt x="47569" y="316986"/>
                  </a:lnTo>
                  <a:lnTo>
                    <a:pt x="84344" y="345680"/>
                  </a:lnTo>
                  <a:lnTo>
                    <a:pt x="126969" y="364578"/>
                  </a:lnTo>
                  <a:lnTo>
                    <a:pt x="172917" y="372549"/>
                  </a:lnTo>
                  <a:lnTo>
                    <a:pt x="182278" y="372777"/>
                  </a:lnTo>
                  <a:lnTo>
                    <a:pt x="191803" y="372777"/>
                  </a:lnTo>
                  <a:lnTo>
                    <a:pt x="238098" y="367070"/>
                  </a:lnTo>
                  <a:lnTo>
                    <a:pt x="281600" y="350283"/>
                  </a:lnTo>
                  <a:lnTo>
                    <a:pt x="287063" y="347187"/>
                  </a:lnTo>
                  <a:lnTo>
                    <a:pt x="166200" y="347187"/>
                  </a:lnTo>
                  <a:lnTo>
                    <a:pt x="148371" y="346325"/>
                  </a:lnTo>
                  <a:lnTo>
                    <a:pt x="96947" y="333407"/>
                  </a:lnTo>
                  <a:lnTo>
                    <a:pt x="51448" y="306174"/>
                  </a:lnTo>
                  <a:lnTo>
                    <a:pt x="15700" y="266764"/>
                  </a:lnTo>
                  <a:lnTo>
                    <a:pt x="6622" y="251600"/>
                  </a:lnTo>
                  <a:lnTo>
                    <a:pt x="0" y="237573"/>
                  </a:lnTo>
                  <a:close/>
                </a:path>
                <a:path w="382904" h="373379">
                  <a:moveTo>
                    <a:pt x="247088" y="0"/>
                  </a:moveTo>
                  <a:lnTo>
                    <a:pt x="290476" y="26237"/>
                  </a:lnTo>
                  <a:lnTo>
                    <a:pt x="326229" y="65637"/>
                  </a:lnTo>
                  <a:lnTo>
                    <a:pt x="348947" y="113748"/>
                  </a:lnTo>
                  <a:lnTo>
                    <a:pt x="356574" y="163607"/>
                  </a:lnTo>
                  <a:lnTo>
                    <a:pt x="356700" y="166212"/>
                  </a:lnTo>
                  <a:lnTo>
                    <a:pt x="355923" y="182277"/>
                  </a:lnTo>
                  <a:lnTo>
                    <a:pt x="355838" y="184035"/>
                  </a:lnTo>
                  <a:lnTo>
                    <a:pt x="353338" y="200948"/>
                  </a:lnTo>
                  <a:lnTo>
                    <a:pt x="335305" y="251600"/>
                  </a:lnTo>
                  <a:lnTo>
                    <a:pt x="303690" y="294177"/>
                  </a:lnTo>
                  <a:lnTo>
                    <a:pt x="261120" y="325790"/>
                  </a:lnTo>
                  <a:lnTo>
                    <a:pt x="211032" y="343740"/>
                  </a:lnTo>
                  <a:lnTo>
                    <a:pt x="175725" y="347187"/>
                  </a:lnTo>
                  <a:lnTo>
                    <a:pt x="287063" y="347187"/>
                  </a:lnTo>
                  <a:lnTo>
                    <a:pt x="319722" y="323439"/>
                  </a:lnTo>
                  <a:lnTo>
                    <a:pt x="350197" y="288119"/>
                  </a:lnTo>
                  <a:lnTo>
                    <a:pt x="371169" y="246441"/>
                  </a:lnTo>
                  <a:lnTo>
                    <a:pt x="381316" y="201519"/>
                  </a:lnTo>
                  <a:lnTo>
                    <a:pt x="382260" y="184035"/>
                  </a:lnTo>
                  <a:lnTo>
                    <a:pt x="382303" y="182277"/>
                  </a:lnTo>
                  <a:lnTo>
                    <a:pt x="376585" y="135983"/>
                  </a:lnTo>
                  <a:lnTo>
                    <a:pt x="359808" y="92476"/>
                  </a:lnTo>
                  <a:lnTo>
                    <a:pt x="332959" y="54356"/>
                  </a:lnTo>
                  <a:lnTo>
                    <a:pt x="297632" y="23883"/>
                  </a:lnTo>
                  <a:lnTo>
                    <a:pt x="255966" y="2909"/>
                  </a:lnTo>
                  <a:lnTo>
                    <a:pt x="247088" y="0"/>
                  </a:lnTo>
                  <a:close/>
                </a:path>
              </a:pathLst>
            </a:custGeom>
            <a:solidFill>
              <a:srgbClr val="FFFFFF">
                <a:alpha val="25099"/>
              </a:srgbClr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4" name="object 14"/>
            <p:cNvSpPr/>
            <p:nvPr/>
          </p:nvSpPr>
          <p:spPr>
            <a:xfrm>
              <a:off x="3781424" y="3760000"/>
              <a:ext cx="390525" cy="381000"/>
            </a:xfrm>
            <a:custGeom>
              <a:avLst/>
              <a:gdLst/>
              <a:ahLst/>
              <a:cxnLst/>
              <a:rect l="l" t="t" r="r" b="b"/>
              <a:pathLst>
                <a:path w="390525" h="381000">
                  <a:moveTo>
                    <a:pt x="200024" y="0"/>
                  </a:moveTo>
                  <a:lnTo>
                    <a:pt x="190499" y="0"/>
                  </a:lnTo>
                  <a:lnTo>
                    <a:pt x="171733" y="905"/>
                  </a:lnTo>
                  <a:lnTo>
                    <a:pt x="117601" y="14490"/>
                  </a:lnTo>
                  <a:lnTo>
                    <a:pt x="69704" y="43158"/>
                  </a:lnTo>
                  <a:lnTo>
                    <a:pt x="32075" y="84632"/>
                  </a:lnTo>
                  <a:lnTo>
                    <a:pt x="8154" y="135275"/>
                  </a:lnTo>
                  <a:lnTo>
                    <a:pt x="0" y="190499"/>
                  </a:lnTo>
                  <a:lnTo>
                    <a:pt x="905" y="209264"/>
                  </a:lnTo>
                  <a:lnTo>
                    <a:pt x="14503" y="263397"/>
                  </a:lnTo>
                  <a:lnTo>
                    <a:pt x="43165" y="311287"/>
                  </a:lnTo>
                  <a:lnTo>
                    <a:pt x="84643" y="348913"/>
                  </a:lnTo>
                  <a:lnTo>
                    <a:pt x="135282" y="372840"/>
                  </a:lnTo>
                  <a:lnTo>
                    <a:pt x="190499" y="380999"/>
                  </a:lnTo>
                  <a:lnTo>
                    <a:pt x="200024" y="380999"/>
                  </a:lnTo>
                  <a:lnTo>
                    <a:pt x="255237" y="372840"/>
                  </a:lnTo>
                  <a:lnTo>
                    <a:pt x="305881" y="348913"/>
                  </a:lnTo>
                  <a:lnTo>
                    <a:pt x="347359" y="311287"/>
                  </a:lnTo>
                  <a:lnTo>
                    <a:pt x="376021" y="263397"/>
                  </a:lnTo>
                  <a:lnTo>
                    <a:pt x="389619" y="209264"/>
                  </a:lnTo>
                  <a:lnTo>
                    <a:pt x="390524" y="190499"/>
                  </a:lnTo>
                  <a:lnTo>
                    <a:pt x="389619" y="171728"/>
                  </a:lnTo>
                  <a:lnTo>
                    <a:pt x="376021" y="117589"/>
                  </a:lnTo>
                  <a:lnTo>
                    <a:pt x="347359" y="69697"/>
                  </a:lnTo>
                  <a:lnTo>
                    <a:pt x="305881" y="32064"/>
                  </a:lnTo>
                  <a:lnTo>
                    <a:pt x="255237" y="8149"/>
                  </a:lnTo>
                  <a:lnTo>
                    <a:pt x="200024" y="0"/>
                  </a:lnTo>
                  <a:close/>
                </a:path>
              </a:pathLst>
            </a:custGeom>
            <a:solidFill>
              <a:srgbClr val="232323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5" name="object 15"/>
            <p:cNvSpPr/>
            <p:nvPr/>
          </p:nvSpPr>
          <p:spPr>
            <a:xfrm>
              <a:off x="3781424" y="3760000"/>
              <a:ext cx="390525" cy="381000"/>
            </a:xfrm>
            <a:custGeom>
              <a:avLst/>
              <a:gdLst/>
              <a:ahLst/>
              <a:cxnLst/>
              <a:rect l="l" t="t" r="r" b="b"/>
              <a:pathLst>
                <a:path w="390525" h="381000">
                  <a:moveTo>
                    <a:pt x="200024" y="0"/>
                  </a:moveTo>
                  <a:lnTo>
                    <a:pt x="190499" y="0"/>
                  </a:lnTo>
                  <a:lnTo>
                    <a:pt x="171733" y="905"/>
                  </a:lnTo>
                  <a:lnTo>
                    <a:pt x="117601" y="14490"/>
                  </a:lnTo>
                  <a:lnTo>
                    <a:pt x="69704" y="43158"/>
                  </a:lnTo>
                  <a:lnTo>
                    <a:pt x="32075" y="84632"/>
                  </a:lnTo>
                  <a:lnTo>
                    <a:pt x="8154" y="135275"/>
                  </a:lnTo>
                  <a:lnTo>
                    <a:pt x="0" y="190499"/>
                  </a:lnTo>
                  <a:lnTo>
                    <a:pt x="810" y="207300"/>
                  </a:lnTo>
                  <a:lnTo>
                    <a:pt x="8154" y="245712"/>
                  </a:lnTo>
                  <a:lnTo>
                    <a:pt x="32075" y="296349"/>
                  </a:lnTo>
                  <a:lnTo>
                    <a:pt x="69704" y="337821"/>
                  </a:lnTo>
                  <a:lnTo>
                    <a:pt x="117601" y="366496"/>
                  </a:lnTo>
                  <a:lnTo>
                    <a:pt x="171733" y="380092"/>
                  </a:lnTo>
                  <a:lnTo>
                    <a:pt x="190499" y="380999"/>
                  </a:lnTo>
                  <a:lnTo>
                    <a:pt x="200024" y="380999"/>
                  </a:lnTo>
                  <a:lnTo>
                    <a:pt x="255237" y="372840"/>
                  </a:lnTo>
                  <a:lnTo>
                    <a:pt x="282550" y="361949"/>
                  </a:lnTo>
                  <a:lnTo>
                    <a:pt x="190499" y="361949"/>
                  </a:lnTo>
                  <a:lnTo>
                    <a:pt x="182079" y="361743"/>
                  </a:lnTo>
                  <a:lnTo>
                    <a:pt x="140731" y="354561"/>
                  </a:lnTo>
                  <a:lnTo>
                    <a:pt x="102367" y="337557"/>
                  </a:lnTo>
                  <a:lnTo>
                    <a:pt x="69265" y="311721"/>
                  </a:lnTo>
                  <a:lnTo>
                    <a:pt x="43437" y="278627"/>
                  </a:lnTo>
                  <a:lnTo>
                    <a:pt x="26427" y="240266"/>
                  </a:lnTo>
                  <a:lnTo>
                    <a:pt x="19254" y="198919"/>
                  </a:lnTo>
                  <a:lnTo>
                    <a:pt x="19049" y="190499"/>
                  </a:lnTo>
                  <a:lnTo>
                    <a:pt x="19254" y="182072"/>
                  </a:lnTo>
                  <a:lnTo>
                    <a:pt x="26427" y="140720"/>
                  </a:lnTo>
                  <a:lnTo>
                    <a:pt x="43437" y="102354"/>
                  </a:lnTo>
                  <a:lnTo>
                    <a:pt x="69265" y="69253"/>
                  </a:lnTo>
                  <a:lnTo>
                    <a:pt x="102367" y="43430"/>
                  </a:lnTo>
                  <a:lnTo>
                    <a:pt x="140731" y="26425"/>
                  </a:lnTo>
                  <a:lnTo>
                    <a:pt x="182079" y="19254"/>
                  </a:lnTo>
                  <a:lnTo>
                    <a:pt x="190499" y="19049"/>
                  </a:lnTo>
                  <a:lnTo>
                    <a:pt x="282586" y="19049"/>
                  </a:lnTo>
                  <a:lnTo>
                    <a:pt x="272922" y="14490"/>
                  </a:lnTo>
                  <a:lnTo>
                    <a:pt x="255237" y="8149"/>
                  </a:lnTo>
                  <a:lnTo>
                    <a:pt x="237193" y="3621"/>
                  </a:lnTo>
                  <a:lnTo>
                    <a:pt x="218789" y="905"/>
                  </a:lnTo>
                  <a:lnTo>
                    <a:pt x="200024" y="0"/>
                  </a:lnTo>
                  <a:close/>
                </a:path>
                <a:path w="390525" h="381000">
                  <a:moveTo>
                    <a:pt x="282586" y="19049"/>
                  </a:moveTo>
                  <a:lnTo>
                    <a:pt x="200024" y="19049"/>
                  </a:lnTo>
                  <a:lnTo>
                    <a:pt x="208445" y="19254"/>
                  </a:lnTo>
                  <a:lnTo>
                    <a:pt x="216827" y="19870"/>
                  </a:lnTo>
                  <a:lnTo>
                    <a:pt x="257772" y="29061"/>
                  </a:lnTo>
                  <a:lnTo>
                    <a:pt x="295274" y="47942"/>
                  </a:lnTo>
                  <a:lnTo>
                    <a:pt x="327069" y="75356"/>
                  </a:lnTo>
                  <a:lnTo>
                    <a:pt x="351229" y="109667"/>
                  </a:lnTo>
                  <a:lnTo>
                    <a:pt x="366340" y="148823"/>
                  </a:lnTo>
                  <a:lnTo>
                    <a:pt x="371474" y="190499"/>
                  </a:lnTo>
                  <a:lnTo>
                    <a:pt x="371269" y="198919"/>
                  </a:lnTo>
                  <a:lnTo>
                    <a:pt x="364097" y="240266"/>
                  </a:lnTo>
                  <a:lnTo>
                    <a:pt x="347087" y="278627"/>
                  </a:lnTo>
                  <a:lnTo>
                    <a:pt x="321259" y="311721"/>
                  </a:lnTo>
                  <a:lnTo>
                    <a:pt x="288157" y="337557"/>
                  </a:lnTo>
                  <a:lnTo>
                    <a:pt x="249793" y="354561"/>
                  </a:lnTo>
                  <a:lnTo>
                    <a:pt x="208445" y="361743"/>
                  </a:lnTo>
                  <a:lnTo>
                    <a:pt x="200024" y="361949"/>
                  </a:lnTo>
                  <a:lnTo>
                    <a:pt x="282550" y="361949"/>
                  </a:lnTo>
                  <a:lnTo>
                    <a:pt x="320820" y="337821"/>
                  </a:lnTo>
                  <a:lnTo>
                    <a:pt x="358449" y="296349"/>
                  </a:lnTo>
                  <a:lnTo>
                    <a:pt x="382370" y="245712"/>
                  </a:lnTo>
                  <a:lnTo>
                    <a:pt x="390524" y="190499"/>
                  </a:lnTo>
                  <a:lnTo>
                    <a:pt x="389714" y="173688"/>
                  </a:lnTo>
                  <a:lnTo>
                    <a:pt x="389619" y="171728"/>
                  </a:lnTo>
                  <a:lnTo>
                    <a:pt x="376021" y="117589"/>
                  </a:lnTo>
                  <a:lnTo>
                    <a:pt x="347359" y="69697"/>
                  </a:lnTo>
                  <a:lnTo>
                    <a:pt x="305919" y="32092"/>
                  </a:lnTo>
                  <a:lnTo>
                    <a:pt x="289915" y="22508"/>
                  </a:lnTo>
                  <a:lnTo>
                    <a:pt x="282586" y="19049"/>
                  </a:lnTo>
                  <a:close/>
                </a:path>
              </a:pathLst>
            </a:custGeom>
            <a:solidFill>
              <a:srgbClr val="FFFFFF">
                <a:alpha val="25099"/>
              </a:srgbClr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6" name="object 16"/>
            <p:cNvSpPr/>
            <p:nvPr/>
          </p:nvSpPr>
          <p:spPr>
            <a:xfrm>
              <a:off x="3865117" y="3818331"/>
              <a:ext cx="213995" cy="257175"/>
            </a:xfrm>
            <a:custGeom>
              <a:avLst/>
              <a:gdLst/>
              <a:ahLst/>
              <a:cxnLst/>
              <a:rect l="l" t="t" r="r" b="b"/>
              <a:pathLst>
                <a:path w="213995" h="257175">
                  <a:moveTo>
                    <a:pt x="167805" y="69735"/>
                  </a:moveTo>
                  <a:lnTo>
                    <a:pt x="143789" y="43484"/>
                  </a:lnTo>
                  <a:lnTo>
                    <a:pt x="143751" y="37922"/>
                  </a:lnTo>
                </a:path>
                <a:path w="213995" h="257175">
                  <a:moveTo>
                    <a:pt x="213614" y="238810"/>
                  </a:moveTo>
                  <a:lnTo>
                    <a:pt x="192074" y="257149"/>
                  </a:lnTo>
                  <a:lnTo>
                    <a:pt x="184467" y="257162"/>
                  </a:lnTo>
                </a:path>
                <a:path w="213995" h="257175">
                  <a:moveTo>
                    <a:pt x="22009" y="257175"/>
                  </a:moveTo>
                  <a:lnTo>
                    <a:pt x="38" y="242214"/>
                  </a:lnTo>
                  <a:lnTo>
                    <a:pt x="0" y="235280"/>
                  </a:lnTo>
                </a:path>
                <a:path w="213995" h="257175">
                  <a:moveTo>
                    <a:pt x="25" y="17272"/>
                  </a:moveTo>
                  <a:lnTo>
                    <a:pt x="22199" y="50"/>
                  </a:lnTo>
                  <a:lnTo>
                    <a:pt x="26822" y="0"/>
                  </a:lnTo>
                </a:path>
                <a:path w="213995" h="257175">
                  <a:moveTo>
                    <a:pt x="48882" y="164299"/>
                  </a:moveTo>
                  <a:lnTo>
                    <a:pt x="163791" y="164185"/>
                  </a:lnTo>
                </a:path>
                <a:path w="213995" h="257175">
                  <a:moveTo>
                    <a:pt x="213182" y="69723"/>
                  </a:moveTo>
                  <a:lnTo>
                    <a:pt x="143687" y="88"/>
                  </a:lnTo>
                </a:path>
                <a:path w="213995" h="257175">
                  <a:moveTo>
                    <a:pt x="213182" y="69723"/>
                  </a:moveTo>
                  <a:lnTo>
                    <a:pt x="167805" y="69735"/>
                  </a:lnTo>
                </a:path>
                <a:path w="213995" h="257175">
                  <a:moveTo>
                    <a:pt x="213182" y="69723"/>
                  </a:moveTo>
                  <a:lnTo>
                    <a:pt x="213614" y="238810"/>
                  </a:lnTo>
                </a:path>
                <a:path w="213995" h="257175">
                  <a:moveTo>
                    <a:pt x="49428" y="118059"/>
                  </a:moveTo>
                  <a:lnTo>
                    <a:pt x="146126" y="118084"/>
                  </a:lnTo>
                </a:path>
                <a:path w="213995" h="257175">
                  <a:moveTo>
                    <a:pt x="143751" y="37922"/>
                  </a:moveTo>
                  <a:lnTo>
                    <a:pt x="143687" y="88"/>
                  </a:lnTo>
                </a:path>
                <a:path w="213995" h="257175">
                  <a:moveTo>
                    <a:pt x="184467" y="257162"/>
                  </a:moveTo>
                  <a:lnTo>
                    <a:pt x="22009" y="257175"/>
                  </a:lnTo>
                </a:path>
                <a:path w="213995" h="257175">
                  <a:moveTo>
                    <a:pt x="0" y="235280"/>
                  </a:moveTo>
                  <a:lnTo>
                    <a:pt x="25" y="17272"/>
                  </a:lnTo>
                </a:path>
                <a:path w="213995" h="257175">
                  <a:moveTo>
                    <a:pt x="26822" y="0"/>
                  </a:moveTo>
                  <a:lnTo>
                    <a:pt x="143687" y="88"/>
                  </a:lnTo>
                </a:path>
              </a:pathLst>
            </a:custGeom>
            <a:ln w="11393">
              <a:solidFill>
                <a:srgbClr val="E5E0DF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17" name="object 17"/>
          <p:cNvSpPr txBox="1"/>
          <p:nvPr/>
        </p:nvSpPr>
        <p:spPr>
          <a:xfrm>
            <a:off x="2616352" y="4621212"/>
            <a:ext cx="2715260" cy="549275"/>
          </a:xfrm>
          <a:prstGeom prst="rect">
            <a:avLst/>
          </a:prstGeom>
        </p:spPr>
        <p:txBody>
          <a:bodyPr vert="horz" wrap="square" lIns="0" tIns="1905" rIns="0" bIns="0" rtlCol="0">
            <a:spAutoFit/>
          </a:bodyPr>
          <a:lstStyle/>
          <a:p>
            <a:pPr marL="160020" marR="5080" indent="-147955">
              <a:lnSpc>
                <a:spcPct val="106000"/>
              </a:lnSpc>
              <a:spcBef>
                <a:spcPts val="15"/>
              </a:spcBef>
            </a:pPr>
            <a:r>
              <a:rPr sz="1650" b="1" dirty="0">
                <a:solidFill>
                  <a:srgbClr val="E5E0DF"/>
                </a:solidFill>
                <a:latin typeface="Tahoma" panose="020B0604030504040204"/>
                <a:cs typeface="Tahoma" panose="020B0604030504040204"/>
              </a:rPr>
              <a:t>Whisper</a:t>
            </a:r>
            <a:r>
              <a:rPr sz="1650" b="1" spc="-70" dirty="0">
                <a:solidFill>
                  <a:srgbClr val="E5E0DF"/>
                </a:solidFill>
                <a:latin typeface="Tahoma" panose="020B0604030504040204"/>
                <a:cs typeface="Tahoma" panose="020B0604030504040204"/>
              </a:rPr>
              <a:t> </a:t>
            </a:r>
            <a:r>
              <a:rPr sz="1650" b="1" dirty="0">
                <a:solidFill>
                  <a:srgbClr val="E5E0DF"/>
                </a:solidFill>
                <a:latin typeface="Tahoma" panose="020B0604030504040204"/>
                <a:cs typeface="Tahoma" panose="020B0604030504040204"/>
              </a:rPr>
              <a:t>model</a:t>
            </a:r>
            <a:r>
              <a:rPr sz="1650" b="1" spc="-65" dirty="0">
                <a:solidFill>
                  <a:srgbClr val="E5E0DF"/>
                </a:solidFill>
                <a:latin typeface="Tahoma" panose="020B0604030504040204"/>
                <a:cs typeface="Tahoma" panose="020B0604030504040204"/>
              </a:rPr>
              <a:t> </a:t>
            </a:r>
            <a:r>
              <a:rPr sz="1650" b="1" spc="-10" dirty="0">
                <a:solidFill>
                  <a:srgbClr val="E5E0DF"/>
                </a:solidFill>
                <a:latin typeface="Tahoma" panose="020B0604030504040204"/>
                <a:cs typeface="Tahoma" panose="020B0604030504040204"/>
              </a:rPr>
              <a:t>generates </a:t>
            </a:r>
            <a:r>
              <a:rPr sz="1650" b="1" dirty="0">
                <a:solidFill>
                  <a:srgbClr val="E5E0DF"/>
                </a:solidFill>
                <a:latin typeface="Tahoma" panose="020B0604030504040204"/>
                <a:cs typeface="Tahoma" panose="020B0604030504040204"/>
              </a:rPr>
              <a:t>accurate</a:t>
            </a:r>
            <a:r>
              <a:rPr sz="1650" b="1" spc="-30" dirty="0">
                <a:solidFill>
                  <a:srgbClr val="E5E0DF"/>
                </a:solidFill>
                <a:latin typeface="Tahoma" panose="020B0604030504040204"/>
                <a:cs typeface="Tahoma" panose="020B0604030504040204"/>
              </a:rPr>
              <a:t> </a:t>
            </a:r>
            <a:r>
              <a:rPr sz="1650" b="1" spc="-10" dirty="0">
                <a:solidFill>
                  <a:srgbClr val="E5E0DF"/>
                </a:solidFill>
                <a:latin typeface="Tahoma" panose="020B0604030504040204"/>
                <a:cs typeface="Tahoma" panose="020B0604030504040204"/>
              </a:rPr>
              <a:t>transcription.</a:t>
            </a:r>
            <a:endParaRPr sz="1650">
              <a:latin typeface="Tahoma" panose="020B0604030504040204"/>
              <a:cs typeface="Tahoma" panose="020B0604030504040204"/>
            </a:endParaRPr>
          </a:p>
        </p:txBody>
      </p:sp>
      <p:pic>
        <p:nvPicPr>
          <p:cNvPr id="18" name="object 18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5524499" y="3431387"/>
            <a:ext cx="397078" cy="730440"/>
          </a:xfrm>
          <a:prstGeom prst="rect">
            <a:avLst/>
          </a:prstGeom>
        </p:spPr>
      </p:pic>
      <p:sp>
        <p:nvSpPr>
          <p:cNvPr id="19" name="object 19"/>
          <p:cNvSpPr txBox="1"/>
          <p:nvPr/>
        </p:nvSpPr>
        <p:spPr>
          <a:xfrm>
            <a:off x="4423569" y="2439987"/>
            <a:ext cx="2581910" cy="815975"/>
          </a:xfrm>
          <a:prstGeom prst="rect">
            <a:avLst/>
          </a:prstGeom>
        </p:spPr>
        <p:txBody>
          <a:bodyPr vert="horz" wrap="square" lIns="0" tIns="1905" rIns="0" bIns="0" rtlCol="0">
            <a:spAutoFit/>
          </a:bodyPr>
          <a:lstStyle/>
          <a:p>
            <a:pPr marL="12065" marR="5080" indent="635" algn="ctr">
              <a:lnSpc>
                <a:spcPct val="106000"/>
              </a:lnSpc>
              <a:spcBef>
                <a:spcPts val="15"/>
              </a:spcBef>
            </a:pPr>
            <a:r>
              <a:rPr sz="1650" b="1" spc="-35" dirty="0">
                <a:solidFill>
                  <a:srgbClr val="E5E0DF"/>
                </a:solidFill>
                <a:latin typeface="Tahoma" panose="020B0604030504040204"/>
                <a:cs typeface="Tahoma" panose="020B0604030504040204"/>
              </a:rPr>
              <a:t>Text</a:t>
            </a:r>
            <a:r>
              <a:rPr sz="1650" b="1" spc="-60" dirty="0">
                <a:solidFill>
                  <a:srgbClr val="E5E0DF"/>
                </a:solidFill>
                <a:latin typeface="Tahoma" panose="020B0604030504040204"/>
                <a:cs typeface="Tahoma" panose="020B0604030504040204"/>
              </a:rPr>
              <a:t> </a:t>
            </a:r>
            <a:r>
              <a:rPr sz="1650" b="1" spc="-10" dirty="0">
                <a:solidFill>
                  <a:srgbClr val="E5E0DF"/>
                </a:solidFill>
                <a:latin typeface="Tahoma" panose="020B0604030504040204"/>
                <a:cs typeface="Tahoma" panose="020B0604030504040204"/>
              </a:rPr>
              <a:t>segmentation </a:t>
            </a:r>
            <a:r>
              <a:rPr sz="1650" b="1" spc="-20" dirty="0">
                <a:solidFill>
                  <a:srgbClr val="E5E0DF"/>
                </a:solidFill>
                <a:latin typeface="Tahoma" panose="020B0604030504040204"/>
                <a:cs typeface="Tahoma" panose="020B0604030504040204"/>
              </a:rPr>
              <a:t>algorithms</a:t>
            </a:r>
            <a:r>
              <a:rPr sz="1650" b="1" spc="-85" dirty="0">
                <a:solidFill>
                  <a:srgbClr val="E5E0DF"/>
                </a:solidFill>
                <a:latin typeface="Tahoma" panose="020B0604030504040204"/>
                <a:cs typeface="Tahoma" panose="020B0604030504040204"/>
              </a:rPr>
              <a:t> </a:t>
            </a:r>
            <a:r>
              <a:rPr sz="1650" b="1" dirty="0">
                <a:solidFill>
                  <a:srgbClr val="E5E0DF"/>
                </a:solidFill>
                <a:latin typeface="Tahoma" panose="020B0604030504040204"/>
                <a:cs typeface="Tahoma" panose="020B0604030504040204"/>
              </a:rPr>
              <a:t>identify</a:t>
            </a:r>
            <a:r>
              <a:rPr sz="1650" b="1" spc="-80" dirty="0">
                <a:solidFill>
                  <a:srgbClr val="E5E0DF"/>
                </a:solidFill>
                <a:latin typeface="Tahoma" panose="020B0604030504040204"/>
                <a:cs typeface="Tahoma" panose="020B0604030504040204"/>
              </a:rPr>
              <a:t> </a:t>
            </a:r>
            <a:r>
              <a:rPr sz="1650" b="1" spc="-10" dirty="0">
                <a:solidFill>
                  <a:srgbClr val="E5E0DF"/>
                </a:solidFill>
                <a:latin typeface="Tahoma" panose="020B0604030504040204"/>
                <a:cs typeface="Tahoma" panose="020B0604030504040204"/>
              </a:rPr>
              <a:t>topic boundaries.</a:t>
            </a:r>
            <a:endParaRPr sz="1650">
              <a:latin typeface="Tahoma" panose="020B0604030504040204"/>
              <a:cs typeface="Tahoma" panose="020B0604030504040204"/>
            </a:endParaRPr>
          </a:p>
        </p:txBody>
      </p:sp>
      <p:pic>
        <p:nvPicPr>
          <p:cNvPr id="20" name="object 20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7267574" y="3760000"/>
            <a:ext cx="397078" cy="704849"/>
          </a:xfrm>
          <a:prstGeom prst="rect">
            <a:avLst/>
          </a:prstGeom>
        </p:spPr>
      </p:pic>
      <p:sp>
        <p:nvSpPr>
          <p:cNvPr id="21" name="object 21"/>
          <p:cNvSpPr txBox="1"/>
          <p:nvPr/>
        </p:nvSpPr>
        <p:spPr>
          <a:xfrm>
            <a:off x="6163373" y="4621212"/>
            <a:ext cx="2583815" cy="549275"/>
          </a:xfrm>
          <a:prstGeom prst="rect">
            <a:avLst/>
          </a:prstGeom>
        </p:spPr>
        <p:txBody>
          <a:bodyPr vert="horz" wrap="square" lIns="0" tIns="1905" rIns="0" bIns="0" rtlCol="0">
            <a:spAutoFit/>
          </a:bodyPr>
          <a:lstStyle/>
          <a:p>
            <a:pPr marL="313055" marR="5080" indent="-300990">
              <a:lnSpc>
                <a:spcPct val="106000"/>
              </a:lnSpc>
              <a:spcBef>
                <a:spcPts val="15"/>
              </a:spcBef>
            </a:pPr>
            <a:r>
              <a:rPr sz="1650" b="1" spc="-25" dirty="0">
                <a:solidFill>
                  <a:srgbClr val="E5E0DF"/>
                </a:solidFill>
                <a:latin typeface="Tahoma" panose="020B0604030504040204"/>
                <a:cs typeface="Tahoma" panose="020B0604030504040204"/>
              </a:rPr>
              <a:t>Sentiment </a:t>
            </a:r>
            <a:r>
              <a:rPr sz="1650" b="1" dirty="0">
                <a:solidFill>
                  <a:srgbClr val="E5E0DF"/>
                </a:solidFill>
                <a:latin typeface="Tahoma" panose="020B0604030504040204"/>
                <a:cs typeface="Tahoma" panose="020B0604030504040204"/>
              </a:rPr>
              <a:t>analysis</a:t>
            </a:r>
            <a:r>
              <a:rPr sz="1650" b="1" spc="-20" dirty="0">
                <a:solidFill>
                  <a:srgbClr val="E5E0DF"/>
                </a:solidFill>
                <a:latin typeface="Tahoma" panose="020B0604030504040204"/>
                <a:cs typeface="Tahoma" panose="020B0604030504040204"/>
              </a:rPr>
              <a:t> adds emotional</a:t>
            </a:r>
            <a:r>
              <a:rPr sz="1650" b="1" spc="-75" dirty="0">
                <a:solidFill>
                  <a:srgbClr val="E5E0DF"/>
                </a:solidFill>
                <a:latin typeface="Tahoma" panose="020B0604030504040204"/>
                <a:cs typeface="Tahoma" panose="020B0604030504040204"/>
              </a:rPr>
              <a:t> </a:t>
            </a:r>
            <a:r>
              <a:rPr sz="1650" b="1" spc="-10" dirty="0">
                <a:solidFill>
                  <a:srgbClr val="E5E0DF"/>
                </a:solidFill>
                <a:latin typeface="Tahoma" panose="020B0604030504040204"/>
                <a:cs typeface="Tahoma" panose="020B0604030504040204"/>
              </a:rPr>
              <a:t>context.</a:t>
            </a:r>
            <a:endParaRPr sz="1650">
              <a:latin typeface="Tahoma" panose="020B0604030504040204"/>
              <a:cs typeface="Tahoma" panose="020B0604030504040204"/>
            </a:endParaRPr>
          </a:p>
        </p:txBody>
      </p:sp>
      <p:grpSp>
        <p:nvGrpSpPr>
          <p:cNvPr id="22" name="object 22"/>
          <p:cNvGrpSpPr/>
          <p:nvPr/>
        </p:nvGrpSpPr>
        <p:grpSpPr>
          <a:xfrm>
            <a:off x="9001124" y="3431387"/>
            <a:ext cx="407034" cy="730885"/>
            <a:chOff x="9001124" y="3431387"/>
            <a:chExt cx="407034" cy="730885"/>
          </a:xfrm>
        </p:grpSpPr>
        <p:sp>
          <p:nvSpPr>
            <p:cNvPr id="23" name="object 23"/>
            <p:cNvSpPr/>
            <p:nvPr/>
          </p:nvSpPr>
          <p:spPr>
            <a:xfrm>
              <a:off x="9191624" y="3431387"/>
              <a:ext cx="19050" cy="514350"/>
            </a:xfrm>
            <a:custGeom>
              <a:avLst/>
              <a:gdLst/>
              <a:ahLst/>
              <a:cxnLst/>
              <a:rect l="l" t="t" r="r" b="b"/>
              <a:pathLst>
                <a:path w="19050" h="514350">
                  <a:moveTo>
                    <a:pt x="12153" y="0"/>
                  </a:moveTo>
                  <a:lnTo>
                    <a:pt x="6896" y="0"/>
                  </a:lnTo>
                  <a:lnTo>
                    <a:pt x="4648" y="927"/>
                  </a:lnTo>
                  <a:lnTo>
                    <a:pt x="927" y="4648"/>
                  </a:lnTo>
                  <a:lnTo>
                    <a:pt x="0" y="6883"/>
                  </a:lnTo>
                  <a:lnTo>
                    <a:pt x="0" y="504825"/>
                  </a:lnTo>
                  <a:lnTo>
                    <a:pt x="0" y="507453"/>
                  </a:lnTo>
                  <a:lnTo>
                    <a:pt x="927" y="509689"/>
                  </a:lnTo>
                  <a:lnTo>
                    <a:pt x="4648" y="513410"/>
                  </a:lnTo>
                  <a:lnTo>
                    <a:pt x="6896" y="514350"/>
                  </a:lnTo>
                  <a:lnTo>
                    <a:pt x="12153" y="514350"/>
                  </a:lnTo>
                  <a:lnTo>
                    <a:pt x="14401" y="513410"/>
                  </a:lnTo>
                  <a:lnTo>
                    <a:pt x="18122" y="509689"/>
                  </a:lnTo>
                  <a:lnTo>
                    <a:pt x="19050" y="507453"/>
                  </a:lnTo>
                  <a:lnTo>
                    <a:pt x="19050" y="6883"/>
                  </a:lnTo>
                  <a:lnTo>
                    <a:pt x="18122" y="4648"/>
                  </a:lnTo>
                  <a:lnTo>
                    <a:pt x="14401" y="927"/>
                  </a:lnTo>
                  <a:lnTo>
                    <a:pt x="12153" y="0"/>
                  </a:lnTo>
                  <a:close/>
                </a:path>
              </a:pathLst>
            </a:custGeom>
            <a:solidFill>
              <a:srgbClr val="FFFFFF">
                <a:alpha val="25099"/>
              </a:srgbClr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24" name="object 24"/>
            <p:cNvSpPr/>
            <p:nvPr/>
          </p:nvSpPr>
          <p:spPr>
            <a:xfrm>
              <a:off x="9025582" y="3779696"/>
              <a:ext cx="382270" cy="382270"/>
            </a:xfrm>
            <a:custGeom>
              <a:avLst/>
              <a:gdLst/>
              <a:ahLst/>
              <a:cxnLst/>
              <a:rect l="l" t="t" r="r" b="b"/>
              <a:pathLst>
                <a:path w="382270" h="382270">
                  <a:moveTo>
                    <a:pt x="0" y="243563"/>
                  </a:moveTo>
                  <a:lnTo>
                    <a:pt x="14669" y="278922"/>
                  </a:lnTo>
                  <a:lnTo>
                    <a:pt x="35938" y="310743"/>
                  </a:lnTo>
                  <a:lnTo>
                    <a:pt x="63003" y="337813"/>
                  </a:lnTo>
                  <a:lnTo>
                    <a:pt x="94830" y="359083"/>
                  </a:lnTo>
                  <a:lnTo>
                    <a:pt x="130193" y="373727"/>
                  </a:lnTo>
                  <a:lnTo>
                    <a:pt x="167737" y="381195"/>
                  </a:lnTo>
                  <a:lnTo>
                    <a:pt x="186882" y="382132"/>
                  </a:lnTo>
                  <a:lnTo>
                    <a:pt x="196471" y="381898"/>
                  </a:lnTo>
                  <a:lnTo>
                    <a:pt x="234332" y="376277"/>
                  </a:lnTo>
                  <a:lnTo>
                    <a:pt x="270371" y="363387"/>
                  </a:lnTo>
                  <a:lnTo>
                    <a:pt x="283406" y="356541"/>
                  </a:lnTo>
                  <a:lnTo>
                    <a:pt x="170804" y="356541"/>
                  </a:lnTo>
                  <a:lnTo>
                    <a:pt x="152509" y="355656"/>
                  </a:lnTo>
                  <a:lnTo>
                    <a:pt x="99722" y="342393"/>
                  </a:lnTo>
                  <a:lnTo>
                    <a:pt x="53033" y="314445"/>
                  </a:lnTo>
                  <a:lnTo>
                    <a:pt x="16337" y="274004"/>
                  </a:lnTo>
                  <a:lnTo>
                    <a:pt x="7019" y="258440"/>
                  </a:lnTo>
                  <a:lnTo>
                    <a:pt x="0" y="243563"/>
                  </a:lnTo>
                  <a:close/>
                </a:path>
                <a:path w="382270" h="382270">
                  <a:moveTo>
                    <a:pt x="243565" y="0"/>
                  </a:moveTo>
                  <a:lnTo>
                    <a:pt x="288574" y="27149"/>
                  </a:lnTo>
                  <a:lnTo>
                    <a:pt x="325271" y="67586"/>
                  </a:lnTo>
                  <a:lnTo>
                    <a:pt x="348591" y="116959"/>
                  </a:lnTo>
                  <a:lnTo>
                    <a:pt x="356542" y="170804"/>
                  </a:lnTo>
                  <a:lnTo>
                    <a:pt x="355766" y="186869"/>
                  </a:lnTo>
                  <a:lnTo>
                    <a:pt x="355658" y="189097"/>
                  </a:lnTo>
                  <a:lnTo>
                    <a:pt x="342407" y="241873"/>
                  </a:lnTo>
                  <a:lnTo>
                    <a:pt x="314453" y="288568"/>
                  </a:lnTo>
                  <a:lnTo>
                    <a:pt x="274009" y="325259"/>
                  </a:lnTo>
                  <a:lnTo>
                    <a:pt x="224636" y="348579"/>
                  </a:lnTo>
                  <a:lnTo>
                    <a:pt x="170804" y="356541"/>
                  </a:lnTo>
                  <a:lnTo>
                    <a:pt x="283406" y="356541"/>
                  </a:lnTo>
                  <a:lnTo>
                    <a:pt x="318001" y="331561"/>
                  </a:lnTo>
                  <a:lnTo>
                    <a:pt x="343713" y="303196"/>
                  </a:lnTo>
                  <a:lnTo>
                    <a:pt x="363387" y="270371"/>
                  </a:lnTo>
                  <a:lnTo>
                    <a:pt x="376285" y="234325"/>
                  </a:lnTo>
                  <a:lnTo>
                    <a:pt x="381909" y="196465"/>
                  </a:lnTo>
                  <a:lnTo>
                    <a:pt x="382145" y="186869"/>
                  </a:lnTo>
                  <a:lnTo>
                    <a:pt x="381909" y="177275"/>
                  </a:lnTo>
                  <a:lnTo>
                    <a:pt x="376285" y="139414"/>
                  </a:lnTo>
                  <a:lnTo>
                    <a:pt x="363387" y="103373"/>
                  </a:lnTo>
                  <a:lnTo>
                    <a:pt x="343713" y="70542"/>
                  </a:lnTo>
                  <a:lnTo>
                    <a:pt x="318001" y="42177"/>
                  </a:lnTo>
                  <a:lnTo>
                    <a:pt x="287250" y="19378"/>
                  </a:lnTo>
                  <a:lnTo>
                    <a:pt x="252648" y="3019"/>
                  </a:lnTo>
                  <a:lnTo>
                    <a:pt x="243565" y="0"/>
                  </a:lnTo>
                  <a:close/>
                </a:path>
              </a:pathLst>
            </a:custGeom>
            <a:solidFill>
              <a:srgbClr val="FFFFFF">
                <a:alpha val="25099"/>
              </a:srgbClr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25" name="object 25"/>
            <p:cNvSpPr/>
            <p:nvPr/>
          </p:nvSpPr>
          <p:spPr>
            <a:xfrm>
              <a:off x="9001124" y="3755237"/>
              <a:ext cx="390525" cy="390525"/>
            </a:xfrm>
            <a:custGeom>
              <a:avLst/>
              <a:gdLst/>
              <a:ahLst/>
              <a:cxnLst/>
              <a:rect l="l" t="t" r="r" b="b"/>
              <a:pathLst>
                <a:path w="390525" h="390525">
                  <a:moveTo>
                    <a:pt x="195262" y="0"/>
                  </a:moveTo>
                  <a:lnTo>
                    <a:pt x="157160" y="3709"/>
                  </a:lnTo>
                  <a:lnTo>
                    <a:pt x="120535" y="14858"/>
                  </a:lnTo>
                  <a:lnTo>
                    <a:pt x="86756" y="32870"/>
                  </a:lnTo>
                  <a:lnTo>
                    <a:pt x="57188" y="57188"/>
                  </a:lnTo>
                  <a:lnTo>
                    <a:pt x="32870" y="86752"/>
                  </a:lnTo>
                  <a:lnTo>
                    <a:pt x="14858" y="120535"/>
                  </a:lnTo>
                  <a:lnTo>
                    <a:pt x="3714" y="157156"/>
                  </a:lnTo>
                  <a:lnTo>
                    <a:pt x="0" y="195262"/>
                  </a:lnTo>
                  <a:lnTo>
                    <a:pt x="928" y="214492"/>
                  </a:lnTo>
                  <a:lnTo>
                    <a:pt x="14858" y="269976"/>
                  </a:lnTo>
                  <a:lnTo>
                    <a:pt x="32870" y="303760"/>
                  </a:lnTo>
                  <a:lnTo>
                    <a:pt x="57188" y="333324"/>
                  </a:lnTo>
                  <a:lnTo>
                    <a:pt x="86756" y="357641"/>
                  </a:lnTo>
                  <a:lnTo>
                    <a:pt x="120535" y="375653"/>
                  </a:lnTo>
                  <a:lnTo>
                    <a:pt x="157160" y="386803"/>
                  </a:lnTo>
                  <a:lnTo>
                    <a:pt x="195262" y="390524"/>
                  </a:lnTo>
                  <a:lnTo>
                    <a:pt x="214498" y="389594"/>
                  </a:lnTo>
                  <a:lnTo>
                    <a:pt x="269989" y="375653"/>
                  </a:lnTo>
                  <a:lnTo>
                    <a:pt x="303761" y="357641"/>
                  </a:lnTo>
                  <a:lnTo>
                    <a:pt x="333324" y="333324"/>
                  </a:lnTo>
                  <a:lnTo>
                    <a:pt x="357641" y="303760"/>
                  </a:lnTo>
                  <a:lnTo>
                    <a:pt x="375653" y="269976"/>
                  </a:lnTo>
                  <a:lnTo>
                    <a:pt x="386808" y="233357"/>
                  </a:lnTo>
                  <a:lnTo>
                    <a:pt x="390524" y="195262"/>
                  </a:lnTo>
                  <a:lnTo>
                    <a:pt x="389596" y="176024"/>
                  </a:lnTo>
                  <a:lnTo>
                    <a:pt x="375653" y="120535"/>
                  </a:lnTo>
                  <a:lnTo>
                    <a:pt x="357641" y="86752"/>
                  </a:lnTo>
                  <a:lnTo>
                    <a:pt x="333324" y="57188"/>
                  </a:lnTo>
                  <a:lnTo>
                    <a:pt x="303761" y="32870"/>
                  </a:lnTo>
                  <a:lnTo>
                    <a:pt x="269989" y="14858"/>
                  </a:lnTo>
                  <a:lnTo>
                    <a:pt x="233364" y="3709"/>
                  </a:lnTo>
                  <a:lnTo>
                    <a:pt x="195262" y="0"/>
                  </a:lnTo>
                  <a:close/>
                </a:path>
              </a:pathLst>
            </a:custGeom>
            <a:solidFill>
              <a:srgbClr val="232323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26" name="object 26"/>
            <p:cNvSpPr/>
            <p:nvPr/>
          </p:nvSpPr>
          <p:spPr>
            <a:xfrm>
              <a:off x="9001124" y="3755237"/>
              <a:ext cx="390525" cy="390525"/>
            </a:xfrm>
            <a:custGeom>
              <a:avLst/>
              <a:gdLst/>
              <a:ahLst/>
              <a:cxnLst/>
              <a:rect l="l" t="t" r="r" b="b"/>
              <a:pathLst>
                <a:path w="390525" h="390525">
                  <a:moveTo>
                    <a:pt x="195262" y="0"/>
                  </a:moveTo>
                  <a:lnTo>
                    <a:pt x="157160" y="3709"/>
                  </a:lnTo>
                  <a:lnTo>
                    <a:pt x="120535" y="14858"/>
                  </a:lnTo>
                  <a:lnTo>
                    <a:pt x="86756" y="32870"/>
                  </a:lnTo>
                  <a:lnTo>
                    <a:pt x="57188" y="57188"/>
                  </a:lnTo>
                  <a:lnTo>
                    <a:pt x="32870" y="86752"/>
                  </a:lnTo>
                  <a:lnTo>
                    <a:pt x="14858" y="120535"/>
                  </a:lnTo>
                  <a:lnTo>
                    <a:pt x="3714" y="157156"/>
                  </a:lnTo>
                  <a:lnTo>
                    <a:pt x="0" y="195262"/>
                  </a:lnTo>
                  <a:lnTo>
                    <a:pt x="833" y="212531"/>
                  </a:lnTo>
                  <a:lnTo>
                    <a:pt x="8358" y="251853"/>
                  </a:lnTo>
                  <a:lnTo>
                    <a:pt x="23076" y="287395"/>
                  </a:lnTo>
                  <a:lnTo>
                    <a:pt x="57188" y="333324"/>
                  </a:lnTo>
                  <a:lnTo>
                    <a:pt x="86756" y="357641"/>
                  </a:lnTo>
                  <a:lnTo>
                    <a:pt x="120535" y="375653"/>
                  </a:lnTo>
                  <a:lnTo>
                    <a:pt x="157160" y="386803"/>
                  </a:lnTo>
                  <a:lnTo>
                    <a:pt x="195262" y="390524"/>
                  </a:lnTo>
                  <a:lnTo>
                    <a:pt x="214498" y="389594"/>
                  </a:lnTo>
                  <a:lnTo>
                    <a:pt x="233364" y="386803"/>
                  </a:lnTo>
                  <a:lnTo>
                    <a:pt x="251860" y="382156"/>
                  </a:lnTo>
                  <a:lnTo>
                    <a:pt x="269989" y="375653"/>
                  </a:lnTo>
                  <a:lnTo>
                    <a:pt x="278842" y="371474"/>
                  </a:lnTo>
                  <a:lnTo>
                    <a:pt x="195262" y="371474"/>
                  </a:lnTo>
                  <a:lnTo>
                    <a:pt x="186606" y="371263"/>
                  </a:lnTo>
                  <a:lnTo>
                    <a:pt x="144111" y="363881"/>
                  </a:lnTo>
                  <a:lnTo>
                    <a:pt x="104676" y="346401"/>
                  </a:lnTo>
                  <a:lnTo>
                    <a:pt x="70662" y="319862"/>
                  </a:lnTo>
                  <a:lnTo>
                    <a:pt x="44110" y="285836"/>
                  </a:lnTo>
                  <a:lnTo>
                    <a:pt x="26630" y="246410"/>
                  </a:lnTo>
                  <a:lnTo>
                    <a:pt x="19261" y="203918"/>
                  </a:lnTo>
                  <a:lnTo>
                    <a:pt x="19049" y="195262"/>
                  </a:lnTo>
                  <a:lnTo>
                    <a:pt x="19261" y="186599"/>
                  </a:lnTo>
                  <a:lnTo>
                    <a:pt x="26630" y="144102"/>
                  </a:lnTo>
                  <a:lnTo>
                    <a:pt x="44110" y="104670"/>
                  </a:lnTo>
                  <a:lnTo>
                    <a:pt x="70662" y="70650"/>
                  </a:lnTo>
                  <a:lnTo>
                    <a:pt x="104676" y="44108"/>
                  </a:lnTo>
                  <a:lnTo>
                    <a:pt x="144111" y="26628"/>
                  </a:lnTo>
                  <a:lnTo>
                    <a:pt x="186606" y="19259"/>
                  </a:lnTo>
                  <a:lnTo>
                    <a:pt x="195262" y="19049"/>
                  </a:lnTo>
                  <a:lnTo>
                    <a:pt x="278869" y="19049"/>
                  </a:lnTo>
                  <a:lnTo>
                    <a:pt x="269989" y="14858"/>
                  </a:lnTo>
                  <a:lnTo>
                    <a:pt x="251860" y="8352"/>
                  </a:lnTo>
                  <a:lnTo>
                    <a:pt x="233364" y="3709"/>
                  </a:lnTo>
                  <a:lnTo>
                    <a:pt x="214498" y="926"/>
                  </a:lnTo>
                  <a:lnTo>
                    <a:pt x="195262" y="0"/>
                  </a:lnTo>
                  <a:close/>
                </a:path>
                <a:path w="390525" h="390525">
                  <a:moveTo>
                    <a:pt x="278869" y="19049"/>
                  </a:moveTo>
                  <a:lnTo>
                    <a:pt x="195262" y="19049"/>
                  </a:lnTo>
                  <a:lnTo>
                    <a:pt x="203918" y="19259"/>
                  </a:lnTo>
                  <a:lnTo>
                    <a:pt x="212532" y="19891"/>
                  </a:lnTo>
                  <a:lnTo>
                    <a:pt x="254617" y="29336"/>
                  </a:lnTo>
                  <a:lnTo>
                    <a:pt x="293166" y="48742"/>
                  </a:lnTo>
                  <a:lnTo>
                    <a:pt x="325832" y="76921"/>
                  </a:lnTo>
                  <a:lnTo>
                    <a:pt x="350670" y="112187"/>
                  </a:lnTo>
                  <a:lnTo>
                    <a:pt x="366188" y="152430"/>
                  </a:lnTo>
                  <a:lnTo>
                    <a:pt x="371474" y="195262"/>
                  </a:lnTo>
                  <a:lnTo>
                    <a:pt x="371263" y="203918"/>
                  </a:lnTo>
                  <a:lnTo>
                    <a:pt x="363888" y="246410"/>
                  </a:lnTo>
                  <a:lnTo>
                    <a:pt x="346414" y="285836"/>
                  </a:lnTo>
                  <a:lnTo>
                    <a:pt x="319862" y="319862"/>
                  </a:lnTo>
                  <a:lnTo>
                    <a:pt x="285848" y="346401"/>
                  </a:lnTo>
                  <a:lnTo>
                    <a:pt x="246413" y="363881"/>
                  </a:lnTo>
                  <a:lnTo>
                    <a:pt x="203918" y="371263"/>
                  </a:lnTo>
                  <a:lnTo>
                    <a:pt x="195262" y="371474"/>
                  </a:lnTo>
                  <a:lnTo>
                    <a:pt x="278842" y="371474"/>
                  </a:lnTo>
                  <a:lnTo>
                    <a:pt x="319070" y="346271"/>
                  </a:lnTo>
                  <a:lnTo>
                    <a:pt x="346271" y="319070"/>
                  </a:lnTo>
                  <a:lnTo>
                    <a:pt x="375653" y="269976"/>
                  </a:lnTo>
                  <a:lnTo>
                    <a:pt x="386808" y="233357"/>
                  </a:lnTo>
                  <a:lnTo>
                    <a:pt x="390524" y="195262"/>
                  </a:lnTo>
                  <a:lnTo>
                    <a:pt x="389690" y="177982"/>
                  </a:lnTo>
                  <a:lnTo>
                    <a:pt x="382161" y="138658"/>
                  </a:lnTo>
                  <a:lnTo>
                    <a:pt x="367435" y="103117"/>
                  </a:lnTo>
                  <a:lnTo>
                    <a:pt x="333324" y="57188"/>
                  </a:lnTo>
                  <a:lnTo>
                    <a:pt x="303761" y="32870"/>
                  </a:lnTo>
                  <a:lnTo>
                    <a:pt x="287400" y="23076"/>
                  </a:lnTo>
                  <a:lnTo>
                    <a:pt x="278869" y="19049"/>
                  </a:lnTo>
                  <a:close/>
                </a:path>
              </a:pathLst>
            </a:custGeom>
            <a:solidFill>
              <a:srgbClr val="FFFFFF">
                <a:alpha val="25099"/>
              </a:srgbClr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27" name="object 27"/>
            <p:cNvSpPr/>
            <p:nvPr/>
          </p:nvSpPr>
          <p:spPr>
            <a:xfrm>
              <a:off x="9072562" y="3835463"/>
              <a:ext cx="257175" cy="233045"/>
            </a:xfrm>
            <a:custGeom>
              <a:avLst/>
              <a:gdLst/>
              <a:ahLst/>
              <a:cxnLst/>
              <a:rect l="l" t="t" r="r" b="b"/>
              <a:pathLst>
                <a:path w="257175" h="233045">
                  <a:moveTo>
                    <a:pt x="0" y="0"/>
                  </a:moveTo>
                  <a:lnTo>
                    <a:pt x="63" y="232448"/>
                  </a:lnTo>
                  <a:lnTo>
                    <a:pt x="256921" y="232435"/>
                  </a:lnTo>
                </a:path>
                <a:path w="257175" h="233045">
                  <a:moveTo>
                    <a:pt x="210566" y="16332"/>
                  </a:moveTo>
                  <a:lnTo>
                    <a:pt x="255917" y="2806"/>
                  </a:lnTo>
                  <a:lnTo>
                    <a:pt x="159207" y="133159"/>
                  </a:lnTo>
                  <a:lnTo>
                    <a:pt x="114439" y="86169"/>
                  </a:lnTo>
                </a:path>
                <a:path w="257175" h="233045">
                  <a:moveTo>
                    <a:pt x="28524" y="192100"/>
                  </a:moveTo>
                  <a:lnTo>
                    <a:pt x="114439" y="86169"/>
                  </a:lnTo>
                </a:path>
                <a:path w="257175" h="233045">
                  <a:moveTo>
                    <a:pt x="257035" y="48717"/>
                  </a:moveTo>
                  <a:lnTo>
                    <a:pt x="257175" y="2438"/>
                  </a:lnTo>
                </a:path>
              </a:pathLst>
            </a:custGeom>
            <a:ln w="11543">
              <a:solidFill>
                <a:srgbClr val="E5E0DF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28" name="object 28"/>
          <p:cNvSpPr txBox="1"/>
          <p:nvPr/>
        </p:nvSpPr>
        <p:spPr>
          <a:xfrm>
            <a:off x="7963154" y="2439987"/>
            <a:ext cx="2466975" cy="549275"/>
          </a:xfrm>
          <a:prstGeom prst="rect">
            <a:avLst/>
          </a:prstGeom>
        </p:spPr>
        <p:txBody>
          <a:bodyPr vert="horz" wrap="square" lIns="0" tIns="1905" rIns="0" bIns="0" rtlCol="0">
            <a:spAutoFit/>
          </a:bodyPr>
          <a:lstStyle/>
          <a:p>
            <a:pPr marL="50800" marR="5080" indent="-38100">
              <a:lnSpc>
                <a:spcPct val="106000"/>
              </a:lnSpc>
              <a:spcBef>
                <a:spcPts val="15"/>
              </a:spcBef>
            </a:pPr>
            <a:r>
              <a:rPr sz="1650" b="1" dirty="0">
                <a:solidFill>
                  <a:srgbClr val="E5E0DF"/>
                </a:solidFill>
                <a:latin typeface="Tahoma" panose="020B0604030504040204"/>
                <a:cs typeface="Tahoma" panose="020B0604030504040204"/>
              </a:rPr>
              <a:t>Results</a:t>
            </a:r>
            <a:r>
              <a:rPr sz="1650" b="1" spc="-65" dirty="0">
                <a:solidFill>
                  <a:srgbClr val="E5E0DF"/>
                </a:solidFill>
                <a:latin typeface="Tahoma" panose="020B0604030504040204"/>
                <a:cs typeface="Tahoma" panose="020B0604030504040204"/>
              </a:rPr>
              <a:t> </a:t>
            </a:r>
            <a:r>
              <a:rPr sz="1650" b="1" dirty="0">
                <a:solidFill>
                  <a:srgbClr val="E5E0DF"/>
                </a:solidFill>
                <a:latin typeface="Tahoma" panose="020B0604030504040204"/>
                <a:cs typeface="Tahoma" panose="020B0604030504040204"/>
              </a:rPr>
              <a:t>visualized</a:t>
            </a:r>
            <a:r>
              <a:rPr sz="1650" b="1" spc="-65" dirty="0">
                <a:solidFill>
                  <a:srgbClr val="E5E0DF"/>
                </a:solidFill>
                <a:latin typeface="Tahoma" panose="020B0604030504040204"/>
                <a:cs typeface="Tahoma" panose="020B0604030504040204"/>
              </a:rPr>
              <a:t> </a:t>
            </a:r>
            <a:r>
              <a:rPr sz="1650" b="1" spc="-10" dirty="0">
                <a:solidFill>
                  <a:srgbClr val="E5E0DF"/>
                </a:solidFill>
                <a:latin typeface="Tahoma" panose="020B0604030504040204"/>
                <a:cs typeface="Tahoma" panose="020B0604030504040204"/>
              </a:rPr>
              <a:t>in</a:t>
            </a:r>
            <a:r>
              <a:rPr sz="1650" b="1" spc="-65" dirty="0">
                <a:solidFill>
                  <a:srgbClr val="E5E0DF"/>
                </a:solidFill>
                <a:latin typeface="Tahoma" panose="020B0604030504040204"/>
                <a:cs typeface="Tahoma" panose="020B0604030504040204"/>
              </a:rPr>
              <a:t> </a:t>
            </a:r>
            <a:r>
              <a:rPr sz="1650" b="1" spc="-25" dirty="0">
                <a:solidFill>
                  <a:srgbClr val="E5E0DF"/>
                </a:solidFill>
                <a:latin typeface="Tahoma" panose="020B0604030504040204"/>
                <a:cs typeface="Tahoma" panose="020B0604030504040204"/>
              </a:rPr>
              <a:t>an </a:t>
            </a:r>
            <a:r>
              <a:rPr sz="1650" b="1" spc="-20" dirty="0">
                <a:solidFill>
                  <a:srgbClr val="E5E0DF"/>
                </a:solidFill>
                <a:latin typeface="Tahoma" panose="020B0604030504040204"/>
                <a:cs typeface="Tahoma" panose="020B0604030504040204"/>
              </a:rPr>
              <a:t>interactive</a:t>
            </a:r>
            <a:r>
              <a:rPr sz="1650" b="1" spc="-5" dirty="0">
                <a:solidFill>
                  <a:srgbClr val="E5E0DF"/>
                </a:solidFill>
                <a:latin typeface="Tahoma" panose="020B0604030504040204"/>
                <a:cs typeface="Tahoma" panose="020B0604030504040204"/>
              </a:rPr>
              <a:t> </a:t>
            </a:r>
            <a:r>
              <a:rPr sz="1650" b="1" spc="-10" dirty="0">
                <a:solidFill>
                  <a:srgbClr val="E5E0DF"/>
                </a:solidFill>
                <a:latin typeface="Tahoma" panose="020B0604030504040204"/>
                <a:cs typeface="Tahoma" panose="020B0604030504040204"/>
              </a:rPr>
              <a:t>dashboard.</a:t>
            </a:r>
            <a:endParaRPr sz="1650">
              <a:latin typeface="Tahoma" panose="020B0604030504040204"/>
              <a:cs typeface="Tahoma" panose="020B0604030504040204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587375" y="1530350"/>
            <a:ext cx="3444240" cy="53975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dirty="0"/>
              <a:t>Core</a:t>
            </a:r>
            <a:r>
              <a:rPr spc="-90" dirty="0"/>
              <a:t> </a:t>
            </a:r>
            <a:r>
              <a:rPr spc="-10" dirty="0"/>
              <a:t>Algorithms</a:t>
            </a:r>
            <a:endParaRPr spc="-10" dirty="0"/>
          </a:p>
        </p:txBody>
      </p:sp>
      <p:sp>
        <p:nvSpPr>
          <p:cNvPr id="3" name="object 3"/>
          <p:cNvSpPr/>
          <p:nvPr/>
        </p:nvSpPr>
        <p:spPr>
          <a:xfrm>
            <a:off x="617897" y="2368952"/>
            <a:ext cx="3294379" cy="1181100"/>
          </a:xfrm>
          <a:custGeom>
            <a:avLst/>
            <a:gdLst/>
            <a:ahLst/>
            <a:cxnLst/>
            <a:rect l="l" t="t" r="r" b="b"/>
            <a:pathLst>
              <a:path w="3294379" h="1181100">
                <a:moveTo>
                  <a:pt x="0" y="1120778"/>
                </a:moveTo>
                <a:lnTo>
                  <a:pt x="17040" y="1155052"/>
                </a:lnTo>
                <a:lnTo>
                  <a:pt x="49913" y="1177001"/>
                </a:lnTo>
                <a:lnTo>
                  <a:pt x="69445" y="1180900"/>
                </a:lnTo>
                <a:lnTo>
                  <a:pt x="3086602" y="1180900"/>
                </a:lnTo>
                <a:lnTo>
                  <a:pt x="3128284" y="1175401"/>
                </a:lnTo>
                <a:lnTo>
                  <a:pt x="3168086" y="1161901"/>
                </a:lnTo>
                <a:lnTo>
                  <a:pt x="3181156" y="1155297"/>
                </a:lnTo>
                <a:lnTo>
                  <a:pt x="58377" y="1155297"/>
                </a:lnTo>
                <a:lnTo>
                  <a:pt x="53289" y="1155052"/>
                </a:lnTo>
                <a:lnTo>
                  <a:pt x="52292" y="1155052"/>
                </a:lnTo>
                <a:lnTo>
                  <a:pt x="45366" y="1154029"/>
                </a:lnTo>
                <a:lnTo>
                  <a:pt x="11228" y="1135764"/>
                </a:lnTo>
                <a:lnTo>
                  <a:pt x="2927" y="1125670"/>
                </a:lnTo>
                <a:lnTo>
                  <a:pt x="0" y="1120778"/>
                </a:lnTo>
                <a:close/>
              </a:path>
              <a:path w="3294379" h="1181100">
                <a:moveTo>
                  <a:pt x="3143453" y="0"/>
                </a:moveTo>
                <a:lnTo>
                  <a:pt x="3177293" y="18241"/>
                </a:lnTo>
                <a:lnTo>
                  <a:pt x="3208439" y="43830"/>
                </a:lnTo>
                <a:lnTo>
                  <a:pt x="3233783" y="74730"/>
                </a:lnTo>
                <a:lnTo>
                  <a:pt x="3252718" y="110138"/>
                </a:lnTo>
                <a:lnTo>
                  <a:pt x="3264364" y="148555"/>
                </a:lnTo>
                <a:lnTo>
                  <a:pt x="3268301" y="188510"/>
                </a:lnTo>
                <a:lnTo>
                  <a:pt x="3268301" y="950510"/>
                </a:lnTo>
                <a:lnTo>
                  <a:pt x="3264364" y="990464"/>
                </a:lnTo>
                <a:lnTo>
                  <a:pt x="3252718" y="1028881"/>
                </a:lnTo>
                <a:lnTo>
                  <a:pt x="3233783" y="1064289"/>
                </a:lnTo>
                <a:lnTo>
                  <a:pt x="3208319" y="1095315"/>
                </a:lnTo>
                <a:lnTo>
                  <a:pt x="3177293" y="1120778"/>
                </a:lnTo>
                <a:lnTo>
                  <a:pt x="3141886" y="1139701"/>
                </a:lnTo>
                <a:lnTo>
                  <a:pt x="3103468" y="1151360"/>
                </a:lnTo>
                <a:lnTo>
                  <a:pt x="3063514" y="1155297"/>
                </a:lnTo>
                <a:lnTo>
                  <a:pt x="3181156" y="1155297"/>
                </a:lnTo>
                <a:lnTo>
                  <a:pt x="3220968" y="1127789"/>
                </a:lnTo>
                <a:lnTo>
                  <a:pt x="3249709" y="1097118"/>
                </a:lnTo>
                <a:lnTo>
                  <a:pt x="3271908" y="1061419"/>
                </a:lnTo>
                <a:lnTo>
                  <a:pt x="3286704" y="1022074"/>
                </a:lnTo>
                <a:lnTo>
                  <a:pt x="3293562" y="980609"/>
                </a:lnTo>
                <a:lnTo>
                  <a:pt x="3293905" y="973598"/>
                </a:lnTo>
                <a:lnTo>
                  <a:pt x="3293905" y="197565"/>
                </a:lnTo>
                <a:lnTo>
                  <a:pt x="3288418" y="155883"/>
                </a:lnTo>
                <a:lnTo>
                  <a:pt x="3274905" y="116081"/>
                </a:lnTo>
                <a:lnTo>
                  <a:pt x="3253874" y="79683"/>
                </a:lnTo>
                <a:lnTo>
                  <a:pt x="3226163" y="48073"/>
                </a:lnTo>
                <a:lnTo>
                  <a:pt x="3192813" y="22482"/>
                </a:lnTo>
                <a:lnTo>
                  <a:pt x="3155119" y="3902"/>
                </a:lnTo>
                <a:lnTo>
                  <a:pt x="3148515" y="1540"/>
                </a:lnTo>
                <a:lnTo>
                  <a:pt x="3143453" y="0"/>
                </a:lnTo>
                <a:close/>
              </a:path>
            </a:pathLst>
          </a:custGeom>
          <a:solidFill>
            <a:srgbClr val="4D4D4D"/>
          </a:solidFill>
        </p:spPr>
        <p:txBody>
          <a:bodyPr wrap="square" lIns="0" tIns="0" rIns="0" bIns="0" rtlCol="0"/>
          <a:lstStyle/>
          <a:p/>
        </p:txBody>
      </p:sp>
      <p:grpSp>
        <p:nvGrpSpPr>
          <p:cNvPr id="4" name="object 4"/>
          <p:cNvGrpSpPr/>
          <p:nvPr/>
        </p:nvGrpSpPr>
        <p:grpSpPr>
          <a:xfrm>
            <a:off x="581025" y="2343149"/>
            <a:ext cx="3314700" cy="1190625"/>
            <a:chOff x="581025" y="2343149"/>
            <a:chExt cx="3314700" cy="1190625"/>
          </a:xfrm>
        </p:grpSpPr>
        <p:sp>
          <p:nvSpPr>
            <p:cNvPr id="5" name="object 5"/>
            <p:cNvSpPr/>
            <p:nvPr/>
          </p:nvSpPr>
          <p:spPr>
            <a:xfrm>
              <a:off x="600075" y="2352674"/>
              <a:ext cx="3286125" cy="1171575"/>
            </a:xfrm>
            <a:custGeom>
              <a:avLst/>
              <a:gdLst/>
              <a:ahLst/>
              <a:cxnLst/>
              <a:rect l="l" t="t" r="r" b="b"/>
              <a:pathLst>
                <a:path w="3286125" h="1171575">
                  <a:moveTo>
                    <a:pt x="3088043" y="0"/>
                  </a:moveTo>
                  <a:lnTo>
                    <a:pt x="71194" y="0"/>
                  </a:lnTo>
                  <a:lnTo>
                    <a:pt x="66243" y="431"/>
                  </a:lnTo>
                  <a:lnTo>
                    <a:pt x="29706" y="13665"/>
                  </a:lnTo>
                  <a:lnTo>
                    <a:pt x="3884" y="45199"/>
                  </a:lnTo>
                  <a:lnTo>
                    <a:pt x="0" y="62293"/>
                  </a:lnTo>
                  <a:lnTo>
                    <a:pt x="0" y="1104900"/>
                  </a:lnTo>
                  <a:lnTo>
                    <a:pt x="0" y="1109281"/>
                  </a:lnTo>
                  <a:lnTo>
                    <a:pt x="15622" y="1145578"/>
                  </a:lnTo>
                  <a:lnTo>
                    <a:pt x="51663" y="1168171"/>
                  </a:lnTo>
                  <a:lnTo>
                    <a:pt x="71194" y="1171575"/>
                  </a:lnTo>
                  <a:lnTo>
                    <a:pt x="3088043" y="1171575"/>
                  </a:lnTo>
                  <a:lnTo>
                    <a:pt x="3127870" y="1166329"/>
                  </a:lnTo>
                  <a:lnTo>
                    <a:pt x="3165906" y="1153414"/>
                  </a:lnTo>
                  <a:lnTo>
                    <a:pt x="3200692" y="1133335"/>
                  </a:lnTo>
                  <a:lnTo>
                    <a:pt x="3230880" y="1106855"/>
                  </a:lnTo>
                  <a:lnTo>
                    <a:pt x="3255340" y="1074978"/>
                  </a:lnTo>
                  <a:lnTo>
                    <a:pt x="3273107" y="1038961"/>
                  </a:lnTo>
                  <a:lnTo>
                    <a:pt x="3283496" y="1000163"/>
                  </a:lnTo>
                  <a:lnTo>
                    <a:pt x="3286125" y="973493"/>
                  </a:lnTo>
                  <a:lnTo>
                    <a:pt x="3286125" y="198081"/>
                  </a:lnTo>
                  <a:lnTo>
                    <a:pt x="3280879" y="158254"/>
                  </a:lnTo>
                  <a:lnTo>
                    <a:pt x="3267964" y="120218"/>
                  </a:lnTo>
                  <a:lnTo>
                    <a:pt x="3247885" y="85432"/>
                  </a:lnTo>
                  <a:lnTo>
                    <a:pt x="3221405" y="55232"/>
                  </a:lnTo>
                  <a:lnTo>
                    <a:pt x="3189541" y="30784"/>
                  </a:lnTo>
                  <a:lnTo>
                    <a:pt x="3153511" y="13017"/>
                  </a:lnTo>
                  <a:lnTo>
                    <a:pt x="3114713" y="2628"/>
                  </a:lnTo>
                  <a:lnTo>
                    <a:pt x="3094736" y="330"/>
                  </a:lnTo>
                  <a:lnTo>
                    <a:pt x="3088043" y="0"/>
                  </a:lnTo>
                  <a:close/>
                </a:path>
              </a:pathLst>
            </a:custGeom>
            <a:solidFill>
              <a:srgbClr val="040404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6" name="object 6"/>
            <p:cNvSpPr/>
            <p:nvPr/>
          </p:nvSpPr>
          <p:spPr>
            <a:xfrm>
              <a:off x="581025" y="2343149"/>
              <a:ext cx="3314700" cy="1191260"/>
            </a:xfrm>
            <a:custGeom>
              <a:avLst/>
              <a:gdLst/>
              <a:ahLst/>
              <a:cxnLst/>
              <a:rect l="l" t="t" r="r" b="b"/>
              <a:pathLst>
                <a:path w="3314700" h="1191260">
                  <a:moveTo>
                    <a:pt x="3314687" y="214325"/>
                  </a:moveTo>
                  <a:lnTo>
                    <a:pt x="3310572" y="172516"/>
                  </a:lnTo>
                  <a:lnTo>
                    <a:pt x="3298367" y="132308"/>
                  </a:lnTo>
                  <a:lnTo>
                    <a:pt x="3295637" y="126149"/>
                  </a:lnTo>
                  <a:lnTo>
                    <a:pt x="3295637" y="214325"/>
                  </a:lnTo>
                  <a:lnTo>
                    <a:pt x="3295637" y="976325"/>
                  </a:lnTo>
                  <a:lnTo>
                    <a:pt x="3291929" y="1014425"/>
                  </a:lnTo>
                  <a:lnTo>
                    <a:pt x="3280778" y="1051052"/>
                  </a:lnTo>
                  <a:lnTo>
                    <a:pt x="3262757" y="1084821"/>
                  </a:lnTo>
                  <a:lnTo>
                    <a:pt x="3238449" y="1114386"/>
                  </a:lnTo>
                  <a:lnTo>
                    <a:pt x="3208883" y="1138707"/>
                  </a:lnTo>
                  <a:lnTo>
                    <a:pt x="3174962" y="1156779"/>
                  </a:lnTo>
                  <a:lnTo>
                    <a:pt x="3138487" y="1167866"/>
                  </a:lnTo>
                  <a:lnTo>
                    <a:pt x="3100374" y="1171587"/>
                  </a:lnTo>
                  <a:lnTo>
                    <a:pt x="95237" y="1171587"/>
                  </a:lnTo>
                  <a:lnTo>
                    <a:pt x="87731" y="1171308"/>
                  </a:lnTo>
                  <a:lnTo>
                    <a:pt x="80378" y="1170495"/>
                  </a:lnTo>
                  <a:lnTo>
                    <a:pt x="76200" y="1169720"/>
                  </a:lnTo>
                  <a:lnTo>
                    <a:pt x="76200" y="20929"/>
                  </a:lnTo>
                  <a:lnTo>
                    <a:pt x="80378" y="20142"/>
                  </a:lnTo>
                  <a:lnTo>
                    <a:pt x="87731" y="19329"/>
                  </a:lnTo>
                  <a:lnTo>
                    <a:pt x="95237" y="19062"/>
                  </a:lnTo>
                  <a:lnTo>
                    <a:pt x="3100374" y="19062"/>
                  </a:lnTo>
                  <a:lnTo>
                    <a:pt x="3138487" y="22771"/>
                  </a:lnTo>
                  <a:lnTo>
                    <a:pt x="3175101" y="33921"/>
                  </a:lnTo>
                  <a:lnTo>
                    <a:pt x="3208883" y="51930"/>
                  </a:lnTo>
                  <a:lnTo>
                    <a:pt x="3238449" y="76250"/>
                  </a:lnTo>
                  <a:lnTo>
                    <a:pt x="3262757" y="105816"/>
                  </a:lnTo>
                  <a:lnTo>
                    <a:pt x="3280778" y="139598"/>
                  </a:lnTo>
                  <a:lnTo>
                    <a:pt x="3291929" y="176212"/>
                  </a:lnTo>
                  <a:lnTo>
                    <a:pt x="3295637" y="214325"/>
                  </a:lnTo>
                  <a:lnTo>
                    <a:pt x="3295637" y="126149"/>
                  </a:lnTo>
                  <a:lnTo>
                    <a:pt x="3272510" y="86652"/>
                  </a:lnTo>
                  <a:lnTo>
                    <a:pt x="3251924" y="62788"/>
                  </a:lnTo>
                  <a:lnTo>
                    <a:pt x="3219437" y="36131"/>
                  </a:lnTo>
                  <a:lnTo>
                    <a:pt x="3188576" y="19062"/>
                  </a:lnTo>
                  <a:lnTo>
                    <a:pt x="3182391" y="16319"/>
                  </a:lnTo>
                  <a:lnTo>
                    <a:pt x="3142183" y="4127"/>
                  </a:lnTo>
                  <a:lnTo>
                    <a:pt x="3112338" y="368"/>
                  </a:lnTo>
                  <a:lnTo>
                    <a:pt x="3115208" y="368"/>
                  </a:lnTo>
                  <a:lnTo>
                    <a:pt x="3100374" y="12"/>
                  </a:lnTo>
                  <a:lnTo>
                    <a:pt x="95237" y="12"/>
                  </a:lnTo>
                  <a:lnTo>
                    <a:pt x="87731" y="368"/>
                  </a:lnTo>
                  <a:lnTo>
                    <a:pt x="80378" y="1460"/>
                  </a:lnTo>
                  <a:lnTo>
                    <a:pt x="76200" y="2514"/>
                  </a:lnTo>
                  <a:lnTo>
                    <a:pt x="76200" y="0"/>
                  </a:lnTo>
                  <a:lnTo>
                    <a:pt x="71183" y="0"/>
                  </a:lnTo>
                  <a:lnTo>
                    <a:pt x="66243" y="482"/>
                  </a:lnTo>
                  <a:lnTo>
                    <a:pt x="29705" y="15621"/>
                  </a:lnTo>
                  <a:lnTo>
                    <a:pt x="3873" y="51663"/>
                  </a:lnTo>
                  <a:lnTo>
                    <a:pt x="0" y="71196"/>
                  </a:lnTo>
                  <a:lnTo>
                    <a:pt x="0" y="1114437"/>
                  </a:lnTo>
                  <a:lnTo>
                    <a:pt x="0" y="1119428"/>
                  </a:lnTo>
                  <a:lnTo>
                    <a:pt x="15621" y="1160919"/>
                  </a:lnTo>
                  <a:lnTo>
                    <a:pt x="51663" y="1186738"/>
                  </a:lnTo>
                  <a:lnTo>
                    <a:pt x="71183" y="1190637"/>
                  </a:lnTo>
                  <a:lnTo>
                    <a:pt x="76200" y="1190637"/>
                  </a:lnTo>
                  <a:lnTo>
                    <a:pt x="76200" y="1188135"/>
                  </a:lnTo>
                  <a:lnTo>
                    <a:pt x="80378" y="1189177"/>
                  </a:lnTo>
                  <a:lnTo>
                    <a:pt x="88442" y="1190371"/>
                  </a:lnTo>
                  <a:lnTo>
                    <a:pt x="89916" y="1190371"/>
                  </a:lnTo>
                  <a:lnTo>
                    <a:pt x="95237" y="1190637"/>
                  </a:lnTo>
                  <a:lnTo>
                    <a:pt x="3100374" y="1190637"/>
                  </a:lnTo>
                  <a:lnTo>
                    <a:pt x="3110903" y="1190371"/>
                  </a:lnTo>
                  <a:lnTo>
                    <a:pt x="3152470" y="1184211"/>
                  </a:lnTo>
                  <a:lnTo>
                    <a:pt x="3188563" y="1171587"/>
                  </a:lnTo>
                  <a:lnTo>
                    <a:pt x="3227984" y="1148499"/>
                  </a:lnTo>
                  <a:lnTo>
                    <a:pt x="3252381" y="1127366"/>
                  </a:lnTo>
                  <a:lnTo>
                    <a:pt x="3259188" y="1120228"/>
                  </a:lnTo>
                  <a:lnTo>
                    <a:pt x="3284207" y="1086485"/>
                  </a:lnTo>
                  <a:lnTo>
                    <a:pt x="3302165" y="1048512"/>
                  </a:lnTo>
                  <a:lnTo>
                    <a:pt x="3312376" y="1007757"/>
                  </a:lnTo>
                  <a:lnTo>
                    <a:pt x="3314687" y="976325"/>
                  </a:lnTo>
                  <a:lnTo>
                    <a:pt x="3314687" y="214325"/>
                  </a:lnTo>
                  <a:close/>
                </a:path>
              </a:pathLst>
            </a:custGeom>
            <a:solidFill>
              <a:srgbClr val="4D4D4D"/>
            </a:solidFill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7" name="object 7"/>
          <p:cNvSpPr txBox="1"/>
          <p:nvPr/>
        </p:nvSpPr>
        <p:spPr>
          <a:xfrm>
            <a:off x="835025" y="2516187"/>
            <a:ext cx="2657475" cy="825500"/>
          </a:xfrm>
          <a:prstGeom prst="rect">
            <a:avLst/>
          </a:prstGeom>
        </p:spPr>
        <p:txBody>
          <a:bodyPr vert="horz" wrap="square" lIns="0" tIns="1905" rIns="0" bIns="0" rtlCol="0">
            <a:spAutoFit/>
          </a:bodyPr>
          <a:lstStyle/>
          <a:p>
            <a:pPr marL="12700" marR="5080">
              <a:lnSpc>
                <a:spcPct val="106000"/>
              </a:lnSpc>
              <a:spcBef>
                <a:spcPts val="15"/>
              </a:spcBef>
            </a:pPr>
            <a:r>
              <a:rPr sz="1650" b="1" dirty="0">
                <a:solidFill>
                  <a:srgbClr val="E5E0DF"/>
                </a:solidFill>
                <a:latin typeface="Tahoma" panose="020B0604030504040204"/>
                <a:cs typeface="Tahoma" panose="020B0604030504040204"/>
              </a:rPr>
              <a:t>Whisper:</a:t>
            </a:r>
            <a:r>
              <a:rPr sz="1650" b="1" spc="-15" dirty="0">
                <a:solidFill>
                  <a:srgbClr val="E5E0DF"/>
                </a:solidFill>
                <a:latin typeface="Tahoma" panose="020B0604030504040204"/>
                <a:cs typeface="Tahoma" panose="020B0604030504040204"/>
              </a:rPr>
              <a:t> </a:t>
            </a:r>
            <a:r>
              <a:rPr sz="1650" b="1" spc="-10" dirty="0">
                <a:solidFill>
                  <a:srgbClr val="E5E0DF"/>
                </a:solidFill>
                <a:latin typeface="Tahoma" panose="020B0604030504040204"/>
                <a:cs typeface="Tahoma" panose="020B0604030504040204"/>
              </a:rPr>
              <a:t>Multilingual </a:t>
            </a:r>
            <a:r>
              <a:rPr sz="1650" b="1" dirty="0">
                <a:solidFill>
                  <a:srgbClr val="E5E0DF"/>
                </a:solidFill>
                <a:latin typeface="Tahoma" panose="020B0604030504040204"/>
                <a:cs typeface="Tahoma" panose="020B0604030504040204"/>
              </a:rPr>
              <a:t>speech-to-</a:t>
            </a:r>
            <a:r>
              <a:rPr sz="1650" b="1" spc="-25" dirty="0">
                <a:solidFill>
                  <a:srgbClr val="E5E0DF"/>
                </a:solidFill>
                <a:latin typeface="Tahoma" panose="020B0604030504040204"/>
                <a:cs typeface="Tahoma" panose="020B0604030504040204"/>
              </a:rPr>
              <a:t>text</a:t>
            </a:r>
            <a:r>
              <a:rPr sz="1650" b="1" spc="30" dirty="0">
                <a:solidFill>
                  <a:srgbClr val="E5E0DF"/>
                </a:solidFill>
                <a:latin typeface="Tahoma" panose="020B0604030504040204"/>
                <a:cs typeface="Tahoma" panose="020B0604030504040204"/>
              </a:rPr>
              <a:t> </a:t>
            </a:r>
            <a:r>
              <a:rPr sz="1650" b="1" dirty="0">
                <a:solidFill>
                  <a:srgbClr val="E5E0DF"/>
                </a:solidFill>
                <a:latin typeface="Tahoma" panose="020B0604030504040204"/>
                <a:cs typeface="Tahoma" panose="020B0604030504040204"/>
              </a:rPr>
              <a:t>model</a:t>
            </a:r>
            <a:r>
              <a:rPr sz="1650" b="1" spc="30" dirty="0">
                <a:solidFill>
                  <a:srgbClr val="E5E0DF"/>
                </a:solidFill>
                <a:latin typeface="Tahoma" panose="020B0604030504040204"/>
                <a:cs typeface="Tahoma" panose="020B0604030504040204"/>
              </a:rPr>
              <a:t> </a:t>
            </a:r>
            <a:r>
              <a:rPr sz="1650" b="1" spc="-25" dirty="0">
                <a:solidFill>
                  <a:srgbClr val="E5E0DF"/>
                </a:solidFill>
                <a:latin typeface="Tahoma" panose="020B0604030504040204"/>
                <a:cs typeface="Tahoma" panose="020B0604030504040204"/>
              </a:rPr>
              <a:t>for</a:t>
            </a:r>
            <a:endParaRPr sz="1650">
              <a:latin typeface="Tahoma" panose="020B0604030504040204"/>
              <a:cs typeface="Tahoma" panose="020B0604030504040204"/>
            </a:endParaRPr>
          </a:p>
          <a:p>
            <a:pPr marL="12700">
              <a:lnSpc>
                <a:spcPct val="100000"/>
              </a:lnSpc>
              <a:spcBef>
                <a:spcPts val="195"/>
              </a:spcBef>
            </a:pPr>
            <a:r>
              <a:rPr sz="1650" b="1" spc="-10" dirty="0">
                <a:solidFill>
                  <a:srgbClr val="E5E0DF"/>
                </a:solidFill>
                <a:latin typeface="Tahoma" panose="020B0604030504040204"/>
                <a:cs typeface="Tahoma" panose="020B0604030504040204"/>
              </a:rPr>
              <a:t>transcription.</a:t>
            </a:r>
            <a:endParaRPr sz="1650">
              <a:latin typeface="Tahoma" panose="020B0604030504040204"/>
              <a:cs typeface="Tahoma" panose="020B0604030504040204"/>
            </a:endParaRPr>
          </a:p>
        </p:txBody>
      </p:sp>
      <p:grpSp>
        <p:nvGrpSpPr>
          <p:cNvPr id="8" name="object 8"/>
          <p:cNvGrpSpPr/>
          <p:nvPr/>
        </p:nvGrpSpPr>
        <p:grpSpPr>
          <a:xfrm>
            <a:off x="4048125" y="2343149"/>
            <a:ext cx="3331210" cy="1207135"/>
            <a:chOff x="4048125" y="2343149"/>
            <a:chExt cx="3331210" cy="1207135"/>
          </a:xfrm>
        </p:grpSpPr>
        <p:sp>
          <p:nvSpPr>
            <p:cNvPr id="9" name="object 9"/>
            <p:cNvSpPr/>
            <p:nvPr/>
          </p:nvSpPr>
          <p:spPr>
            <a:xfrm>
              <a:off x="4084999" y="2368952"/>
              <a:ext cx="3294379" cy="1181100"/>
            </a:xfrm>
            <a:custGeom>
              <a:avLst/>
              <a:gdLst/>
              <a:ahLst/>
              <a:cxnLst/>
              <a:rect l="l" t="t" r="r" b="b"/>
              <a:pathLst>
                <a:path w="3294379" h="1181100">
                  <a:moveTo>
                    <a:pt x="0" y="1120778"/>
                  </a:moveTo>
                  <a:lnTo>
                    <a:pt x="17045" y="1155052"/>
                  </a:lnTo>
                  <a:lnTo>
                    <a:pt x="49917" y="1177001"/>
                  </a:lnTo>
                  <a:lnTo>
                    <a:pt x="69437" y="1180900"/>
                  </a:lnTo>
                  <a:lnTo>
                    <a:pt x="3086601" y="1180900"/>
                  </a:lnTo>
                  <a:lnTo>
                    <a:pt x="3128282" y="1175401"/>
                  </a:lnTo>
                  <a:lnTo>
                    <a:pt x="3168084" y="1161901"/>
                  </a:lnTo>
                  <a:lnTo>
                    <a:pt x="3181155" y="1155297"/>
                  </a:lnTo>
                  <a:lnTo>
                    <a:pt x="58375" y="1155297"/>
                  </a:lnTo>
                  <a:lnTo>
                    <a:pt x="53288" y="1155052"/>
                  </a:lnTo>
                  <a:lnTo>
                    <a:pt x="52291" y="1155052"/>
                  </a:lnTo>
                  <a:lnTo>
                    <a:pt x="45365" y="1154029"/>
                  </a:lnTo>
                  <a:lnTo>
                    <a:pt x="11233" y="1135764"/>
                  </a:lnTo>
                  <a:lnTo>
                    <a:pt x="2925" y="1125670"/>
                  </a:lnTo>
                  <a:lnTo>
                    <a:pt x="0" y="1120778"/>
                  </a:lnTo>
                  <a:close/>
                </a:path>
                <a:path w="3294379" h="1181100">
                  <a:moveTo>
                    <a:pt x="3143451" y="0"/>
                  </a:moveTo>
                  <a:lnTo>
                    <a:pt x="3177292" y="18241"/>
                  </a:lnTo>
                  <a:lnTo>
                    <a:pt x="3208437" y="43830"/>
                  </a:lnTo>
                  <a:lnTo>
                    <a:pt x="3233781" y="74730"/>
                  </a:lnTo>
                  <a:lnTo>
                    <a:pt x="3252704" y="110138"/>
                  </a:lnTo>
                  <a:lnTo>
                    <a:pt x="3264363" y="148555"/>
                  </a:lnTo>
                  <a:lnTo>
                    <a:pt x="3268300" y="188510"/>
                  </a:lnTo>
                  <a:lnTo>
                    <a:pt x="3268300" y="950510"/>
                  </a:lnTo>
                  <a:lnTo>
                    <a:pt x="3264363" y="990464"/>
                  </a:lnTo>
                  <a:lnTo>
                    <a:pt x="3252704" y="1028881"/>
                  </a:lnTo>
                  <a:lnTo>
                    <a:pt x="3233781" y="1064289"/>
                  </a:lnTo>
                  <a:lnTo>
                    <a:pt x="3208318" y="1095315"/>
                  </a:lnTo>
                  <a:lnTo>
                    <a:pt x="3177292" y="1120778"/>
                  </a:lnTo>
                  <a:lnTo>
                    <a:pt x="3141884" y="1139701"/>
                  </a:lnTo>
                  <a:lnTo>
                    <a:pt x="3103467" y="1151360"/>
                  </a:lnTo>
                  <a:lnTo>
                    <a:pt x="3063512" y="1155297"/>
                  </a:lnTo>
                  <a:lnTo>
                    <a:pt x="3181155" y="1155297"/>
                  </a:lnTo>
                  <a:lnTo>
                    <a:pt x="3220967" y="1127789"/>
                  </a:lnTo>
                  <a:lnTo>
                    <a:pt x="3249707" y="1097118"/>
                  </a:lnTo>
                  <a:lnTo>
                    <a:pt x="3271907" y="1061419"/>
                  </a:lnTo>
                  <a:lnTo>
                    <a:pt x="3286715" y="1022074"/>
                  </a:lnTo>
                  <a:lnTo>
                    <a:pt x="3293560" y="980609"/>
                  </a:lnTo>
                  <a:lnTo>
                    <a:pt x="3293903" y="973598"/>
                  </a:lnTo>
                  <a:lnTo>
                    <a:pt x="3293903" y="197565"/>
                  </a:lnTo>
                  <a:lnTo>
                    <a:pt x="3288417" y="155883"/>
                  </a:lnTo>
                  <a:lnTo>
                    <a:pt x="3274904" y="116081"/>
                  </a:lnTo>
                  <a:lnTo>
                    <a:pt x="3253873" y="79683"/>
                  </a:lnTo>
                  <a:lnTo>
                    <a:pt x="3226161" y="48073"/>
                  </a:lnTo>
                  <a:lnTo>
                    <a:pt x="3192811" y="22482"/>
                  </a:lnTo>
                  <a:lnTo>
                    <a:pt x="3155117" y="3902"/>
                  </a:lnTo>
                  <a:lnTo>
                    <a:pt x="3148513" y="1540"/>
                  </a:lnTo>
                  <a:lnTo>
                    <a:pt x="3143451" y="0"/>
                  </a:lnTo>
                  <a:close/>
                </a:path>
              </a:pathLst>
            </a:custGeom>
            <a:solidFill>
              <a:srgbClr val="4D4D4D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0" name="object 10"/>
            <p:cNvSpPr/>
            <p:nvPr/>
          </p:nvSpPr>
          <p:spPr>
            <a:xfrm>
              <a:off x="4067175" y="2352674"/>
              <a:ext cx="3286125" cy="1171575"/>
            </a:xfrm>
            <a:custGeom>
              <a:avLst/>
              <a:gdLst/>
              <a:ahLst/>
              <a:cxnLst/>
              <a:rect l="l" t="t" r="r" b="b"/>
              <a:pathLst>
                <a:path w="3286125" h="1171575">
                  <a:moveTo>
                    <a:pt x="3088043" y="0"/>
                  </a:moveTo>
                  <a:lnTo>
                    <a:pt x="71196" y="0"/>
                  </a:lnTo>
                  <a:lnTo>
                    <a:pt x="66243" y="431"/>
                  </a:lnTo>
                  <a:lnTo>
                    <a:pt x="29705" y="13665"/>
                  </a:lnTo>
                  <a:lnTo>
                    <a:pt x="3886" y="45199"/>
                  </a:lnTo>
                  <a:lnTo>
                    <a:pt x="0" y="62293"/>
                  </a:lnTo>
                  <a:lnTo>
                    <a:pt x="0" y="1104900"/>
                  </a:lnTo>
                  <a:lnTo>
                    <a:pt x="0" y="1109281"/>
                  </a:lnTo>
                  <a:lnTo>
                    <a:pt x="15621" y="1145578"/>
                  </a:lnTo>
                  <a:lnTo>
                    <a:pt x="51663" y="1168171"/>
                  </a:lnTo>
                  <a:lnTo>
                    <a:pt x="71196" y="1171575"/>
                  </a:lnTo>
                  <a:lnTo>
                    <a:pt x="3088043" y="1171575"/>
                  </a:lnTo>
                  <a:lnTo>
                    <a:pt x="3127870" y="1166329"/>
                  </a:lnTo>
                  <a:lnTo>
                    <a:pt x="3165906" y="1153414"/>
                  </a:lnTo>
                  <a:lnTo>
                    <a:pt x="3200692" y="1133335"/>
                  </a:lnTo>
                  <a:lnTo>
                    <a:pt x="3230880" y="1106855"/>
                  </a:lnTo>
                  <a:lnTo>
                    <a:pt x="3255340" y="1074978"/>
                  </a:lnTo>
                  <a:lnTo>
                    <a:pt x="3273107" y="1038961"/>
                  </a:lnTo>
                  <a:lnTo>
                    <a:pt x="3283496" y="1000163"/>
                  </a:lnTo>
                  <a:lnTo>
                    <a:pt x="3286125" y="973493"/>
                  </a:lnTo>
                  <a:lnTo>
                    <a:pt x="3286125" y="198081"/>
                  </a:lnTo>
                  <a:lnTo>
                    <a:pt x="3280879" y="158254"/>
                  </a:lnTo>
                  <a:lnTo>
                    <a:pt x="3267964" y="120218"/>
                  </a:lnTo>
                  <a:lnTo>
                    <a:pt x="3247885" y="85432"/>
                  </a:lnTo>
                  <a:lnTo>
                    <a:pt x="3221405" y="55232"/>
                  </a:lnTo>
                  <a:lnTo>
                    <a:pt x="3189541" y="30784"/>
                  </a:lnTo>
                  <a:lnTo>
                    <a:pt x="3153511" y="13017"/>
                  </a:lnTo>
                  <a:lnTo>
                    <a:pt x="3114713" y="2628"/>
                  </a:lnTo>
                  <a:lnTo>
                    <a:pt x="3094736" y="330"/>
                  </a:lnTo>
                  <a:lnTo>
                    <a:pt x="3088043" y="0"/>
                  </a:lnTo>
                  <a:close/>
                </a:path>
              </a:pathLst>
            </a:custGeom>
            <a:solidFill>
              <a:srgbClr val="040404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1" name="object 11"/>
            <p:cNvSpPr/>
            <p:nvPr/>
          </p:nvSpPr>
          <p:spPr>
            <a:xfrm>
              <a:off x="4048125" y="2343149"/>
              <a:ext cx="3314700" cy="1191260"/>
            </a:xfrm>
            <a:custGeom>
              <a:avLst/>
              <a:gdLst/>
              <a:ahLst/>
              <a:cxnLst/>
              <a:rect l="l" t="t" r="r" b="b"/>
              <a:pathLst>
                <a:path w="3314700" h="1191260">
                  <a:moveTo>
                    <a:pt x="3314687" y="214325"/>
                  </a:moveTo>
                  <a:lnTo>
                    <a:pt x="3310572" y="172516"/>
                  </a:lnTo>
                  <a:lnTo>
                    <a:pt x="3298367" y="132308"/>
                  </a:lnTo>
                  <a:lnTo>
                    <a:pt x="3295637" y="126149"/>
                  </a:lnTo>
                  <a:lnTo>
                    <a:pt x="3295637" y="214325"/>
                  </a:lnTo>
                  <a:lnTo>
                    <a:pt x="3295637" y="976325"/>
                  </a:lnTo>
                  <a:lnTo>
                    <a:pt x="3291929" y="1014425"/>
                  </a:lnTo>
                  <a:lnTo>
                    <a:pt x="3280778" y="1051052"/>
                  </a:lnTo>
                  <a:lnTo>
                    <a:pt x="3262757" y="1084821"/>
                  </a:lnTo>
                  <a:lnTo>
                    <a:pt x="3238449" y="1114386"/>
                  </a:lnTo>
                  <a:lnTo>
                    <a:pt x="3208883" y="1138707"/>
                  </a:lnTo>
                  <a:lnTo>
                    <a:pt x="3174962" y="1156779"/>
                  </a:lnTo>
                  <a:lnTo>
                    <a:pt x="3138487" y="1167866"/>
                  </a:lnTo>
                  <a:lnTo>
                    <a:pt x="3100374" y="1171587"/>
                  </a:lnTo>
                  <a:lnTo>
                    <a:pt x="95237" y="1171587"/>
                  </a:lnTo>
                  <a:lnTo>
                    <a:pt x="87731" y="1171308"/>
                  </a:lnTo>
                  <a:lnTo>
                    <a:pt x="80378" y="1170495"/>
                  </a:lnTo>
                  <a:lnTo>
                    <a:pt x="76200" y="1169720"/>
                  </a:lnTo>
                  <a:lnTo>
                    <a:pt x="76200" y="20929"/>
                  </a:lnTo>
                  <a:lnTo>
                    <a:pt x="80378" y="20142"/>
                  </a:lnTo>
                  <a:lnTo>
                    <a:pt x="87731" y="19329"/>
                  </a:lnTo>
                  <a:lnTo>
                    <a:pt x="95237" y="19062"/>
                  </a:lnTo>
                  <a:lnTo>
                    <a:pt x="3100374" y="19062"/>
                  </a:lnTo>
                  <a:lnTo>
                    <a:pt x="3138487" y="22771"/>
                  </a:lnTo>
                  <a:lnTo>
                    <a:pt x="3175101" y="33921"/>
                  </a:lnTo>
                  <a:lnTo>
                    <a:pt x="3208883" y="51930"/>
                  </a:lnTo>
                  <a:lnTo>
                    <a:pt x="3238449" y="76250"/>
                  </a:lnTo>
                  <a:lnTo>
                    <a:pt x="3262757" y="105816"/>
                  </a:lnTo>
                  <a:lnTo>
                    <a:pt x="3280778" y="139598"/>
                  </a:lnTo>
                  <a:lnTo>
                    <a:pt x="3291929" y="176212"/>
                  </a:lnTo>
                  <a:lnTo>
                    <a:pt x="3295637" y="214325"/>
                  </a:lnTo>
                  <a:lnTo>
                    <a:pt x="3295637" y="126149"/>
                  </a:lnTo>
                  <a:lnTo>
                    <a:pt x="3272510" y="86652"/>
                  </a:lnTo>
                  <a:lnTo>
                    <a:pt x="3251924" y="62788"/>
                  </a:lnTo>
                  <a:lnTo>
                    <a:pt x="3219437" y="36131"/>
                  </a:lnTo>
                  <a:lnTo>
                    <a:pt x="3188576" y="19062"/>
                  </a:lnTo>
                  <a:lnTo>
                    <a:pt x="3182391" y="16319"/>
                  </a:lnTo>
                  <a:lnTo>
                    <a:pt x="3142183" y="4127"/>
                  </a:lnTo>
                  <a:lnTo>
                    <a:pt x="3112338" y="368"/>
                  </a:lnTo>
                  <a:lnTo>
                    <a:pt x="3115208" y="368"/>
                  </a:lnTo>
                  <a:lnTo>
                    <a:pt x="3100374" y="12"/>
                  </a:lnTo>
                  <a:lnTo>
                    <a:pt x="95237" y="12"/>
                  </a:lnTo>
                  <a:lnTo>
                    <a:pt x="87731" y="368"/>
                  </a:lnTo>
                  <a:lnTo>
                    <a:pt x="80378" y="1460"/>
                  </a:lnTo>
                  <a:lnTo>
                    <a:pt x="76200" y="2514"/>
                  </a:lnTo>
                  <a:lnTo>
                    <a:pt x="76200" y="0"/>
                  </a:lnTo>
                  <a:lnTo>
                    <a:pt x="71196" y="0"/>
                  </a:lnTo>
                  <a:lnTo>
                    <a:pt x="66243" y="482"/>
                  </a:lnTo>
                  <a:lnTo>
                    <a:pt x="29705" y="15621"/>
                  </a:lnTo>
                  <a:lnTo>
                    <a:pt x="3886" y="51663"/>
                  </a:lnTo>
                  <a:lnTo>
                    <a:pt x="0" y="71196"/>
                  </a:lnTo>
                  <a:lnTo>
                    <a:pt x="0" y="1114437"/>
                  </a:lnTo>
                  <a:lnTo>
                    <a:pt x="0" y="1119428"/>
                  </a:lnTo>
                  <a:lnTo>
                    <a:pt x="15621" y="1160919"/>
                  </a:lnTo>
                  <a:lnTo>
                    <a:pt x="51663" y="1186738"/>
                  </a:lnTo>
                  <a:lnTo>
                    <a:pt x="71196" y="1190637"/>
                  </a:lnTo>
                  <a:lnTo>
                    <a:pt x="76200" y="1190637"/>
                  </a:lnTo>
                  <a:lnTo>
                    <a:pt x="76200" y="1188135"/>
                  </a:lnTo>
                  <a:lnTo>
                    <a:pt x="80378" y="1189177"/>
                  </a:lnTo>
                  <a:lnTo>
                    <a:pt x="88442" y="1190371"/>
                  </a:lnTo>
                  <a:lnTo>
                    <a:pt x="89916" y="1190371"/>
                  </a:lnTo>
                  <a:lnTo>
                    <a:pt x="95237" y="1190637"/>
                  </a:lnTo>
                  <a:lnTo>
                    <a:pt x="3100374" y="1190637"/>
                  </a:lnTo>
                  <a:lnTo>
                    <a:pt x="3110903" y="1190371"/>
                  </a:lnTo>
                  <a:lnTo>
                    <a:pt x="3152470" y="1184211"/>
                  </a:lnTo>
                  <a:lnTo>
                    <a:pt x="3188563" y="1171587"/>
                  </a:lnTo>
                  <a:lnTo>
                    <a:pt x="3227984" y="1148499"/>
                  </a:lnTo>
                  <a:lnTo>
                    <a:pt x="3252381" y="1127366"/>
                  </a:lnTo>
                  <a:lnTo>
                    <a:pt x="3259188" y="1120228"/>
                  </a:lnTo>
                  <a:lnTo>
                    <a:pt x="3284207" y="1086485"/>
                  </a:lnTo>
                  <a:lnTo>
                    <a:pt x="3302165" y="1048512"/>
                  </a:lnTo>
                  <a:lnTo>
                    <a:pt x="3312376" y="1007757"/>
                  </a:lnTo>
                  <a:lnTo>
                    <a:pt x="3314687" y="976325"/>
                  </a:lnTo>
                  <a:lnTo>
                    <a:pt x="3314687" y="214325"/>
                  </a:lnTo>
                  <a:close/>
                </a:path>
              </a:pathLst>
            </a:custGeom>
            <a:solidFill>
              <a:srgbClr val="4D4D4D"/>
            </a:solidFill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12" name="object 12"/>
          <p:cNvSpPr txBox="1"/>
          <p:nvPr/>
        </p:nvSpPr>
        <p:spPr>
          <a:xfrm>
            <a:off x="4302125" y="2516187"/>
            <a:ext cx="2112645" cy="825500"/>
          </a:xfrm>
          <a:prstGeom prst="rect">
            <a:avLst/>
          </a:prstGeom>
        </p:spPr>
        <p:txBody>
          <a:bodyPr vert="horz" wrap="square" lIns="0" tIns="1905" rIns="0" bIns="0" rtlCol="0">
            <a:spAutoFit/>
          </a:bodyPr>
          <a:lstStyle/>
          <a:p>
            <a:pPr marL="12700" marR="5080">
              <a:lnSpc>
                <a:spcPct val="106000"/>
              </a:lnSpc>
              <a:spcBef>
                <a:spcPts val="15"/>
              </a:spcBef>
            </a:pPr>
            <a:r>
              <a:rPr sz="1650" b="1" spc="-35" dirty="0">
                <a:solidFill>
                  <a:srgbClr val="E5E0DF"/>
                </a:solidFill>
                <a:latin typeface="Tahoma" panose="020B0604030504040204"/>
                <a:cs typeface="Tahoma" panose="020B0604030504040204"/>
              </a:rPr>
              <a:t>TF-</a:t>
            </a:r>
            <a:r>
              <a:rPr sz="1650" b="1" spc="-25" dirty="0">
                <a:solidFill>
                  <a:srgbClr val="E5E0DF"/>
                </a:solidFill>
                <a:latin typeface="Tahoma" panose="020B0604030504040204"/>
                <a:cs typeface="Tahoma" panose="020B0604030504040204"/>
              </a:rPr>
              <a:t>IDF:</a:t>
            </a:r>
            <a:r>
              <a:rPr sz="1650" b="1" spc="-70" dirty="0">
                <a:solidFill>
                  <a:srgbClr val="E5E0DF"/>
                </a:solidFill>
                <a:latin typeface="Tahoma" panose="020B0604030504040204"/>
                <a:cs typeface="Tahoma" panose="020B0604030504040204"/>
              </a:rPr>
              <a:t> </a:t>
            </a:r>
            <a:r>
              <a:rPr sz="1650" b="1" spc="-10" dirty="0">
                <a:solidFill>
                  <a:srgbClr val="E5E0DF"/>
                </a:solidFill>
                <a:latin typeface="Tahoma" panose="020B0604030504040204"/>
                <a:cs typeface="Tahoma" panose="020B0604030504040204"/>
              </a:rPr>
              <a:t>Keyword </a:t>
            </a:r>
            <a:r>
              <a:rPr sz="1650" b="1" spc="-20" dirty="0">
                <a:solidFill>
                  <a:srgbClr val="E5E0DF"/>
                </a:solidFill>
                <a:latin typeface="Tahoma" panose="020B0604030504040204"/>
                <a:cs typeface="Tahoma" panose="020B0604030504040204"/>
              </a:rPr>
              <a:t>extraction</a:t>
            </a:r>
            <a:r>
              <a:rPr sz="1650" b="1" spc="-65" dirty="0">
                <a:solidFill>
                  <a:srgbClr val="E5E0DF"/>
                </a:solidFill>
                <a:latin typeface="Tahoma" panose="020B0604030504040204"/>
                <a:cs typeface="Tahoma" panose="020B0604030504040204"/>
              </a:rPr>
              <a:t> </a:t>
            </a:r>
            <a:r>
              <a:rPr sz="1650" b="1" dirty="0">
                <a:solidFill>
                  <a:srgbClr val="E5E0DF"/>
                </a:solidFill>
                <a:latin typeface="Tahoma" panose="020B0604030504040204"/>
                <a:cs typeface="Tahoma" panose="020B0604030504040204"/>
              </a:rPr>
              <a:t>and</a:t>
            </a:r>
            <a:r>
              <a:rPr sz="1650" b="1" spc="-60" dirty="0">
                <a:solidFill>
                  <a:srgbClr val="E5E0DF"/>
                </a:solidFill>
                <a:latin typeface="Tahoma" panose="020B0604030504040204"/>
                <a:cs typeface="Tahoma" panose="020B0604030504040204"/>
              </a:rPr>
              <a:t> </a:t>
            </a:r>
            <a:r>
              <a:rPr sz="1650" b="1" spc="-20" dirty="0">
                <a:solidFill>
                  <a:srgbClr val="E5E0DF"/>
                </a:solidFill>
                <a:latin typeface="Tahoma" panose="020B0604030504040204"/>
                <a:cs typeface="Tahoma" panose="020B0604030504040204"/>
              </a:rPr>
              <a:t>topic</a:t>
            </a:r>
            <a:endParaRPr sz="1650">
              <a:latin typeface="Tahoma" panose="020B0604030504040204"/>
              <a:cs typeface="Tahoma" panose="020B0604030504040204"/>
            </a:endParaRPr>
          </a:p>
          <a:p>
            <a:pPr marL="12700">
              <a:lnSpc>
                <a:spcPct val="100000"/>
              </a:lnSpc>
              <a:spcBef>
                <a:spcPts val="195"/>
              </a:spcBef>
            </a:pPr>
            <a:r>
              <a:rPr sz="1650" b="1" dirty="0">
                <a:solidFill>
                  <a:srgbClr val="E5E0DF"/>
                </a:solidFill>
                <a:latin typeface="Tahoma" panose="020B0604030504040204"/>
                <a:cs typeface="Tahoma" panose="020B0604030504040204"/>
              </a:rPr>
              <a:t>relevance</a:t>
            </a:r>
            <a:r>
              <a:rPr sz="1650" b="1" spc="-40" dirty="0">
                <a:solidFill>
                  <a:srgbClr val="E5E0DF"/>
                </a:solidFill>
                <a:latin typeface="Tahoma" panose="020B0604030504040204"/>
                <a:cs typeface="Tahoma" panose="020B0604030504040204"/>
              </a:rPr>
              <a:t> </a:t>
            </a:r>
            <a:r>
              <a:rPr sz="1650" b="1" spc="-10" dirty="0">
                <a:solidFill>
                  <a:srgbClr val="E5E0DF"/>
                </a:solidFill>
                <a:latin typeface="Tahoma" panose="020B0604030504040204"/>
                <a:cs typeface="Tahoma" panose="020B0604030504040204"/>
              </a:rPr>
              <a:t>scoring.</a:t>
            </a:r>
            <a:endParaRPr sz="1650">
              <a:latin typeface="Tahoma" panose="020B0604030504040204"/>
              <a:cs typeface="Tahoma" panose="020B0604030504040204"/>
            </a:endParaRPr>
          </a:p>
        </p:txBody>
      </p:sp>
      <p:grpSp>
        <p:nvGrpSpPr>
          <p:cNvPr id="13" name="object 13"/>
          <p:cNvGrpSpPr/>
          <p:nvPr/>
        </p:nvGrpSpPr>
        <p:grpSpPr>
          <a:xfrm>
            <a:off x="7515225" y="2343149"/>
            <a:ext cx="3331210" cy="1207135"/>
            <a:chOff x="7515225" y="2343149"/>
            <a:chExt cx="3331210" cy="1207135"/>
          </a:xfrm>
        </p:grpSpPr>
        <p:sp>
          <p:nvSpPr>
            <p:cNvPr id="14" name="object 14"/>
            <p:cNvSpPr/>
            <p:nvPr/>
          </p:nvSpPr>
          <p:spPr>
            <a:xfrm>
              <a:off x="7552098" y="2368952"/>
              <a:ext cx="3294379" cy="1181100"/>
            </a:xfrm>
            <a:custGeom>
              <a:avLst/>
              <a:gdLst/>
              <a:ahLst/>
              <a:cxnLst/>
              <a:rect l="l" t="t" r="r" b="b"/>
              <a:pathLst>
                <a:path w="3294379" h="1181100">
                  <a:moveTo>
                    <a:pt x="0" y="1120778"/>
                  </a:moveTo>
                  <a:lnTo>
                    <a:pt x="17045" y="1155052"/>
                  </a:lnTo>
                  <a:lnTo>
                    <a:pt x="49917" y="1177001"/>
                  </a:lnTo>
                  <a:lnTo>
                    <a:pt x="69437" y="1180900"/>
                  </a:lnTo>
                  <a:lnTo>
                    <a:pt x="3086601" y="1180900"/>
                  </a:lnTo>
                  <a:lnTo>
                    <a:pt x="3128282" y="1175401"/>
                  </a:lnTo>
                  <a:lnTo>
                    <a:pt x="3168084" y="1161901"/>
                  </a:lnTo>
                  <a:lnTo>
                    <a:pt x="3181155" y="1155297"/>
                  </a:lnTo>
                  <a:lnTo>
                    <a:pt x="58375" y="1155297"/>
                  </a:lnTo>
                  <a:lnTo>
                    <a:pt x="53288" y="1155052"/>
                  </a:lnTo>
                  <a:lnTo>
                    <a:pt x="52291" y="1155052"/>
                  </a:lnTo>
                  <a:lnTo>
                    <a:pt x="45365" y="1154029"/>
                  </a:lnTo>
                  <a:lnTo>
                    <a:pt x="11233" y="1135764"/>
                  </a:lnTo>
                  <a:lnTo>
                    <a:pt x="2925" y="1125670"/>
                  </a:lnTo>
                  <a:lnTo>
                    <a:pt x="0" y="1120778"/>
                  </a:lnTo>
                  <a:close/>
                </a:path>
                <a:path w="3294379" h="1181100">
                  <a:moveTo>
                    <a:pt x="3143451" y="0"/>
                  </a:moveTo>
                  <a:lnTo>
                    <a:pt x="3177292" y="18241"/>
                  </a:lnTo>
                  <a:lnTo>
                    <a:pt x="3208437" y="43830"/>
                  </a:lnTo>
                  <a:lnTo>
                    <a:pt x="3233781" y="74730"/>
                  </a:lnTo>
                  <a:lnTo>
                    <a:pt x="3252717" y="110138"/>
                  </a:lnTo>
                  <a:lnTo>
                    <a:pt x="3264363" y="148555"/>
                  </a:lnTo>
                  <a:lnTo>
                    <a:pt x="3268300" y="188510"/>
                  </a:lnTo>
                  <a:lnTo>
                    <a:pt x="3268300" y="950510"/>
                  </a:lnTo>
                  <a:lnTo>
                    <a:pt x="3264363" y="990464"/>
                  </a:lnTo>
                  <a:lnTo>
                    <a:pt x="3252704" y="1028881"/>
                  </a:lnTo>
                  <a:lnTo>
                    <a:pt x="3233781" y="1064289"/>
                  </a:lnTo>
                  <a:lnTo>
                    <a:pt x="3208318" y="1095315"/>
                  </a:lnTo>
                  <a:lnTo>
                    <a:pt x="3177292" y="1120778"/>
                  </a:lnTo>
                  <a:lnTo>
                    <a:pt x="3141884" y="1139701"/>
                  </a:lnTo>
                  <a:lnTo>
                    <a:pt x="3103467" y="1151360"/>
                  </a:lnTo>
                  <a:lnTo>
                    <a:pt x="3063512" y="1155297"/>
                  </a:lnTo>
                  <a:lnTo>
                    <a:pt x="3181155" y="1155297"/>
                  </a:lnTo>
                  <a:lnTo>
                    <a:pt x="3220967" y="1127789"/>
                  </a:lnTo>
                  <a:lnTo>
                    <a:pt x="3249707" y="1097118"/>
                  </a:lnTo>
                  <a:lnTo>
                    <a:pt x="3271907" y="1061419"/>
                  </a:lnTo>
                  <a:lnTo>
                    <a:pt x="3286715" y="1022074"/>
                  </a:lnTo>
                  <a:lnTo>
                    <a:pt x="3293560" y="980609"/>
                  </a:lnTo>
                  <a:lnTo>
                    <a:pt x="3293903" y="973598"/>
                  </a:lnTo>
                  <a:lnTo>
                    <a:pt x="3293903" y="197565"/>
                  </a:lnTo>
                  <a:lnTo>
                    <a:pt x="3288417" y="155883"/>
                  </a:lnTo>
                  <a:lnTo>
                    <a:pt x="3274904" y="116081"/>
                  </a:lnTo>
                  <a:lnTo>
                    <a:pt x="3253873" y="79683"/>
                  </a:lnTo>
                  <a:lnTo>
                    <a:pt x="3226161" y="48073"/>
                  </a:lnTo>
                  <a:lnTo>
                    <a:pt x="3192811" y="22482"/>
                  </a:lnTo>
                  <a:lnTo>
                    <a:pt x="3155117" y="3902"/>
                  </a:lnTo>
                  <a:lnTo>
                    <a:pt x="3148513" y="1540"/>
                  </a:lnTo>
                  <a:lnTo>
                    <a:pt x="3143451" y="0"/>
                  </a:lnTo>
                  <a:close/>
                </a:path>
              </a:pathLst>
            </a:custGeom>
            <a:solidFill>
              <a:srgbClr val="4D4D4D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5" name="object 15"/>
            <p:cNvSpPr/>
            <p:nvPr/>
          </p:nvSpPr>
          <p:spPr>
            <a:xfrm>
              <a:off x="7534275" y="2352674"/>
              <a:ext cx="3286125" cy="1171575"/>
            </a:xfrm>
            <a:custGeom>
              <a:avLst/>
              <a:gdLst/>
              <a:ahLst/>
              <a:cxnLst/>
              <a:rect l="l" t="t" r="r" b="b"/>
              <a:pathLst>
                <a:path w="3286125" h="1171575">
                  <a:moveTo>
                    <a:pt x="3088043" y="0"/>
                  </a:moveTo>
                  <a:lnTo>
                    <a:pt x="71196" y="0"/>
                  </a:lnTo>
                  <a:lnTo>
                    <a:pt x="66243" y="431"/>
                  </a:lnTo>
                  <a:lnTo>
                    <a:pt x="29705" y="13665"/>
                  </a:lnTo>
                  <a:lnTo>
                    <a:pt x="3886" y="45199"/>
                  </a:lnTo>
                  <a:lnTo>
                    <a:pt x="0" y="62293"/>
                  </a:lnTo>
                  <a:lnTo>
                    <a:pt x="0" y="1104900"/>
                  </a:lnTo>
                  <a:lnTo>
                    <a:pt x="0" y="1109281"/>
                  </a:lnTo>
                  <a:lnTo>
                    <a:pt x="15621" y="1145578"/>
                  </a:lnTo>
                  <a:lnTo>
                    <a:pt x="51663" y="1168171"/>
                  </a:lnTo>
                  <a:lnTo>
                    <a:pt x="71196" y="1171575"/>
                  </a:lnTo>
                  <a:lnTo>
                    <a:pt x="3088043" y="1171575"/>
                  </a:lnTo>
                  <a:lnTo>
                    <a:pt x="3127870" y="1166329"/>
                  </a:lnTo>
                  <a:lnTo>
                    <a:pt x="3165906" y="1153414"/>
                  </a:lnTo>
                  <a:lnTo>
                    <a:pt x="3200692" y="1133335"/>
                  </a:lnTo>
                  <a:lnTo>
                    <a:pt x="3230880" y="1106855"/>
                  </a:lnTo>
                  <a:lnTo>
                    <a:pt x="3255340" y="1074978"/>
                  </a:lnTo>
                  <a:lnTo>
                    <a:pt x="3273107" y="1038961"/>
                  </a:lnTo>
                  <a:lnTo>
                    <a:pt x="3283496" y="1000163"/>
                  </a:lnTo>
                  <a:lnTo>
                    <a:pt x="3286125" y="973493"/>
                  </a:lnTo>
                  <a:lnTo>
                    <a:pt x="3286125" y="198081"/>
                  </a:lnTo>
                  <a:lnTo>
                    <a:pt x="3280879" y="158254"/>
                  </a:lnTo>
                  <a:lnTo>
                    <a:pt x="3267964" y="120218"/>
                  </a:lnTo>
                  <a:lnTo>
                    <a:pt x="3247885" y="85432"/>
                  </a:lnTo>
                  <a:lnTo>
                    <a:pt x="3221405" y="55232"/>
                  </a:lnTo>
                  <a:lnTo>
                    <a:pt x="3189541" y="30784"/>
                  </a:lnTo>
                  <a:lnTo>
                    <a:pt x="3153511" y="13017"/>
                  </a:lnTo>
                  <a:lnTo>
                    <a:pt x="3114713" y="2628"/>
                  </a:lnTo>
                  <a:lnTo>
                    <a:pt x="3094736" y="330"/>
                  </a:lnTo>
                  <a:lnTo>
                    <a:pt x="3088043" y="0"/>
                  </a:lnTo>
                  <a:close/>
                </a:path>
              </a:pathLst>
            </a:custGeom>
            <a:solidFill>
              <a:srgbClr val="040404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6" name="object 16"/>
            <p:cNvSpPr/>
            <p:nvPr/>
          </p:nvSpPr>
          <p:spPr>
            <a:xfrm>
              <a:off x="7515225" y="2343149"/>
              <a:ext cx="3314700" cy="1191260"/>
            </a:xfrm>
            <a:custGeom>
              <a:avLst/>
              <a:gdLst/>
              <a:ahLst/>
              <a:cxnLst/>
              <a:rect l="l" t="t" r="r" b="b"/>
              <a:pathLst>
                <a:path w="3314700" h="1191260">
                  <a:moveTo>
                    <a:pt x="3314687" y="214325"/>
                  </a:moveTo>
                  <a:lnTo>
                    <a:pt x="3310572" y="172516"/>
                  </a:lnTo>
                  <a:lnTo>
                    <a:pt x="3298367" y="132308"/>
                  </a:lnTo>
                  <a:lnTo>
                    <a:pt x="3295637" y="126149"/>
                  </a:lnTo>
                  <a:lnTo>
                    <a:pt x="3295637" y="214325"/>
                  </a:lnTo>
                  <a:lnTo>
                    <a:pt x="3295637" y="976325"/>
                  </a:lnTo>
                  <a:lnTo>
                    <a:pt x="3291929" y="1014425"/>
                  </a:lnTo>
                  <a:lnTo>
                    <a:pt x="3280778" y="1051052"/>
                  </a:lnTo>
                  <a:lnTo>
                    <a:pt x="3262757" y="1084821"/>
                  </a:lnTo>
                  <a:lnTo>
                    <a:pt x="3238449" y="1114386"/>
                  </a:lnTo>
                  <a:lnTo>
                    <a:pt x="3208883" y="1138707"/>
                  </a:lnTo>
                  <a:lnTo>
                    <a:pt x="3174962" y="1156779"/>
                  </a:lnTo>
                  <a:lnTo>
                    <a:pt x="3138487" y="1167866"/>
                  </a:lnTo>
                  <a:lnTo>
                    <a:pt x="3100374" y="1171587"/>
                  </a:lnTo>
                  <a:lnTo>
                    <a:pt x="95237" y="1171587"/>
                  </a:lnTo>
                  <a:lnTo>
                    <a:pt x="87731" y="1171308"/>
                  </a:lnTo>
                  <a:lnTo>
                    <a:pt x="80378" y="1170495"/>
                  </a:lnTo>
                  <a:lnTo>
                    <a:pt x="76200" y="1169720"/>
                  </a:lnTo>
                  <a:lnTo>
                    <a:pt x="76200" y="20929"/>
                  </a:lnTo>
                  <a:lnTo>
                    <a:pt x="80378" y="20142"/>
                  </a:lnTo>
                  <a:lnTo>
                    <a:pt x="87731" y="19329"/>
                  </a:lnTo>
                  <a:lnTo>
                    <a:pt x="95237" y="19062"/>
                  </a:lnTo>
                  <a:lnTo>
                    <a:pt x="3100374" y="19062"/>
                  </a:lnTo>
                  <a:lnTo>
                    <a:pt x="3138487" y="22771"/>
                  </a:lnTo>
                  <a:lnTo>
                    <a:pt x="3175101" y="33921"/>
                  </a:lnTo>
                  <a:lnTo>
                    <a:pt x="3208883" y="51930"/>
                  </a:lnTo>
                  <a:lnTo>
                    <a:pt x="3238449" y="76250"/>
                  </a:lnTo>
                  <a:lnTo>
                    <a:pt x="3262757" y="105816"/>
                  </a:lnTo>
                  <a:lnTo>
                    <a:pt x="3280778" y="139598"/>
                  </a:lnTo>
                  <a:lnTo>
                    <a:pt x="3291929" y="176212"/>
                  </a:lnTo>
                  <a:lnTo>
                    <a:pt x="3295637" y="214325"/>
                  </a:lnTo>
                  <a:lnTo>
                    <a:pt x="3295637" y="126149"/>
                  </a:lnTo>
                  <a:lnTo>
                    <a:pt x="3272510" y="86652"/>
                  </a:lnTo>
                  <a:lnTo>
                    <a:pt x="3251924" y="62788"/>
                  </a:lnTo>
                  <a:lnTo>
                    <a:pt x="3219437" y="36131"/>
                  </a:lnTo>
                  <a:lnTo>
                    <a:pt x="3188576" y="19062"/>
                  </a:lnTo>
                  <a:lnTo>
                    <a:pt x="3182391" y="16319"/>
                  </a:lnTo>
                  <a:lnTo>
                    <a:pt x="3142183" y="4127"/>
                  </a:lnTo>
                  <a:lnTo>
                    <a:pt x="3112338" y="368"/>
                  </a:lnTo>
                  <a:lnTo>
                    <a:pt x="3115208" y="368"/>
                  </a:lnTo>
                  <a:lnTo>
                    <a:pt x="3100374" y="12"/>
                  </a:lnTo>
                  <a:lnTo>
                    <a:pt x="95237" y="12"/>
                  </a:lnTo>
                  <a:lnTo>
                    <a:pt x="87731" y="368"/>
                  </a:lnTo>
                  <a:lnTo>
                    <a:pt x="80378" y="1460"/>
                  </a:lnTo>
                  <a:lnTo>
                    <a:pt x="76200" y="2514"/>
                  </a:lnTo>
                  <a:lnTo>
                    <a:pt x="76200" y="0"/>
                  </a:lnTo>
                  <a:lnTo>
                    <a:pt x="71196" y="0"/>
                  </a:lnTo>
                  <a:lnTo>
                    <a:pt x="66243" y="482"/>
                  </a:lnTo>
                  <a:lnTo>
                    <a:pt x="29705" y="15621"/>
                  </a:lnTo>
                  <a:lnTo>
                    <a:pt x="3886" y="51663"/>
                  </a:lnTo>
                  <a:lnTo>
                    <a:pt x="0" y="71196"/>
                  </a:lnTo>
                  <a:lnTo>
                    <a:pt x="0" y="1114437"/>
                  </a:lnTo>
                  <a:lnTo>
                    <a:pt x="0" y="1119428"/>
                  </a:lnTo>
                  <a:lnTo>
                    <a:pt x="15621" y="1160919"/>
                  </a:lnTo>
                  <a:lnTo>
                    <a:pt x="51663" y="1186738"/>
                  </a:lnTo>
                  <a:lnTo>
                    <a:pt x="71196" y="1190637"/>
                  </a:lnTo>
                  <a:lnTo>
                    <a:pt x="76200" y="1190637"/>
                  </a:lnTo>
                  <a:lnTo>
                    <a:pt x="76200" y="1188135"/>
                  </a:lnTo>
                  <a:lnTo>
                    <a:pt x="80378" y="1189177"/>
                  </a:lnTo>
                  <a:lnTo>
                    <a:pt x="88442" y="1190371"/>
                  </a:lnTo>
                  <a:lnTo>
                    <a:pt x="89916" y="1190371"/>
                  </a:lnTo>
                  <a:lnTo>
                    <a:pt x="95237" y="1190637"/>
                  </a:lnTo>
                  <a:lnTo>
                    <a:pt x="3100374" y="1190637"/>
                  </a:lnTo>
                  <a:lnTo>
                    <a:pt x="3110903" y="1190371"/>
                  </a:lnTo>
                  <a:lnTo>
                    <a:pt x="3152470" y="1184211"/>
                  </a:lnTo>
                  <a:lnTo>
                    <a:pt x="3188563" y="1171587"/>
                  </a:lnTo>
                  <a:lnTo>
                    <a:pt x="3227984" y="1148499"/>
                  </a:lnTo>
                  <a:lnTo>
                    <a:pt x="3252381" y="1127366"/>
                  </a:lnTo>
                  <a:lnTo>
                    <a:pt x="3259188" y="1120228"/>
                  </a:lnTo>
                  <a:lnTo>
                    <a:pt x="3284207" y="1086485"/>
                  </a:lnTo>
                  <a:lnTo>
                    <a:pt x="3302165" y="1048512"/>
                  </a:lnTo>
                  <a:lnTo>
                    <a:pt x="3312376" y="1007757"/>
                  </a:lnTo>
                  <a:lnTo>
                    <a:pt x="3314687" y="976325"/>
                  </a:lnTo>
                  <a:lnTo>
                    <a:pt x="3314687" y="214325"/>
                  </a:lnTo>
                  <a:close/>
                </a:path>
              </a:pathLst>
            </a:custGeom>
            <a:solidFill>
              <a:srgbClr val="4D4D4D"/>
            </a:solidFill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17" name="object 17"/>
          <p:cNvSpPr txBox="1"/>
          <p:nvPr/>
        </p:nvSpPr>
        <p:spPr>
          <a:xfrm>
            <a:off x="7769225" y="2516187"/>
            <a:ext cx="2822575" cy="825500"/>
          </a:xfrm>
          <a:prstGeom prst="rect">
            <a:avLst/>
          </a:prstGeom>
        </p:spPr>
        <p:txBody>
          <a:bodyPr vert="horz" wrap="square" lIns="0" tIns="1905" rIns="0" bIns="0" rtlCol="0">
            <a:spAutoFit/>
          </a:bodyPr>
          <a:lstStyle/>
          <a:p>
            <a:pPr marL="12700" marR="5080">
              <a:lnSpc>
                <a:spcPct val="106000"/>
              </a:lnSpc>
              <a:spcBef>
                <a:spcPts val="15"/>
              </a:spcBef>
            </a:pPr>
            <a:r>
              <a:rPr sz="1650" b="1" spc="-25" dirty="0">
                <a:solidFill>
                  <a:srgbClr val="E5E0DF"/>
                </a:solidFill>
                <a:latin typeface="Tahoma" panose="020B0604030504040204"/>
                <a:cs typeface="Tahoma" panose="020B0604030504040204"/>
              </a:rPr>
              <a:t>TextTiling: </a:t>
            </a:r>
            <a:r>
              <a:rPr sz="1650" b="1" dirty="0">
                <a:solidFill>
                  <a:srgbClr val="E5E0DF"/>
                </a:solidFill>
                <a:latin typeface="Tahoma" panose="020B0604030504040204"/>
                <a:cs typeface="Tahoma" panose="020B0604030504040204"/>
              </a:rPr>
              <a:t>Topic</a:t>
            </a:r>
            <a:r>
              <a:rPr sz="1650" b="1" spc="-20" dirty="0">
                <a:solidFill>
                  <a:srgbClr val="E5E0DF"/>
                </a:solidFill>
                <a:latin typeface="Tahoma" panose="020B0604030504040204"/>
                <a:cs typeface="Tahoma" panose="020B0604030504040204"/>
              </a:rPr>
              <a:t> </a:t>
            </a:r>
            <a:r>
              <a:rPr sz="1650" b="1" spc="-10" dirty="0">
                <a:solidFill>
                  <a:srgbClr val="E5E0DF"/>
                </a:solidFill>
                <a:latin typeface="Tahoma" panose="020B0604030504040204"/>
                <a:cs typeface="Tahoma" panose="020B0604030504040204"/>
              </a:rPr>
              <a:t>boundary </a:t>
            </a:r>
            <a:r>
              <a:rPr sz="1650" b="1" dirty="0">
                <a:solidFill>
                  <a:srgbClr val="E5E0DF"/>
                </a:solidFill>
                <a:latin typeface="Tahoma" panose="020B0604030504040204"/>
                <a:cs typeface="Tahoma" panose="020B0604030504040204"/>
              </a:rPr>
              <a:t>detection</a:t>
            </a:r>
            <a:r>
              <a:rPr sz="1650" b="1" spc="-60" dirty="0">
                <a:solidFill>
                  <a:srgbClr val="E5E0DF"/>
                </a:solidFill>
                <a:latin typeface="Tahoma" panose="020B0604030504040204"/>
                <a:cs typeface="Tahoma" panose="020B0604030504040204"/>
              </a:rPr>
              <a:t> </a:t>
            </a:r>
            <a:r>
              <a:rPr sz="1650" b="1" spc="-10" dirty="0">
                <a:solidFill>
                  <a:srgbClr val="E5E0DF"/>
                </a:solidFill>
                <a:latin typeface="Tahoma" panose="020B0604030504040204"/>
                <a:cs typeface="Tahoma" panose="020B0604030504040204"/>
              </a:rPr>
              <a:t>in</a:t>
            </a:r>
            <a:r>
              <a:rPr sz="1650" b="1" spc="-60" dirty="0">
                <a:solidFill>
                  <a:srgbClr val="E5E0DF"/>
                </a:solidFill>
                <a:latin typeface="Tahoma" panose="020B0604030504040204"/>
                <a:cs typeface="Tahoma" panose="020B0604030504040204"/>
              </a:rPr>
              <a:t> </a:t>
            </a:r>
            <a:r>
              <a:rPr sz="1650" b="1" dirty="0">
                <a:solidFill>
                  <a:srgbClr val="E5E0DF"/>
                </a:solidFill>
                <a:latin typeface="Tahoma" panose="020B0604030504040204"/>
                <a:cs typeface="Tahoma" panose="020B0604030504040204"/>
              </a:rPr>
              <a:t>long-</a:t>
            </a:r>
            <a:r>
              <a:rPr sz="1650" b="1" spc="-20" dirty="0">
                <a:solidFill>
                  <a:srgbClr val="E5E0DF"/>
                </a:solidFill>
                <a:latin typeface="Tahoma" panose="020B0604030504040204"/>
                <a:cs typeface="Tahoma" panose="020B0604030504040204"/>
              </a:rPr>
              <a:t>form</a:t>
            </a:r>
            <a:endParaRPr sz="1650">
              <a:latin typeface="Tahoma" panose="020B0604030504040204"/>
              <a:cs typeface="Tahoma" panose="020B0604030504040204"/>
            </a:endParaRPr>
          </a:p>
          <a:p>
            <a:pPr marL="12700">
              <a:lnSpc>
                <a:spcPct val="100000"/>
              </a:lnSpc>
              <a:spcBef>
                <a:spcPts val="195"/>
              </a:spcBef>
            </a:pPr>
            <a:r>
              <a:rPr sz="1650" b="1" spc="-10" dirty="0">
                <a:solidFill>
                  <a:srgbClr val="E5E0DF"/>
                </a:solidFill>
                <a:latin typeface="Tahoma" panose="020B0604030504040204"/>
                <a:cs typeface="Tahoma" panose="020B0604030504040204"/>
              </a:rPr>
              <a:t>text.</a:t>
            </a:r>
            <a:endParaRPr sz="1650">
              <a:latin typeface="Tahoma" panose="020B0604030504040204"/>
              <a:cs typeface="Tahoma" panose="020B0604030504040204"/>
            </a:endParaRPr>
          </a:p>
        </p:txBody>
      </p:sp>
      <p:grpSp>
        <p:nvGrpSpPr>
          <p:cNvPr id="18" name="object 18"/>
          <p:cNvGrpSpPr/>
          <p:nvPr/>
        </p:nvGrpSpPr>
        <p:grpSpPr>
          <a:xfrm>
            <a:off x="581025" y="3705225"/>
            <a:ext cx="3331210" cy="1197610"/>
            <a:chOff x="581025" y="3705225"/>
            <a:chExt cx="3331210" cy="1197610"/>
          </a:xfrm>
        </p:grpSpPr>
        <p:sp>
          <p:nvSpPr>
            <p:cNvPr id="19" name="object 19"/>
            <p:cNvSpPr/>
            <p:nvPr/>
          </p:nvSpPr>
          <p:spPr>
            <a:xfrm>
              <a:off x="617897" y="3731027"/>
              <a:ext cx="3294379" cy="1171575"/>
            </a:xfrm>
            <a:custGeom>
              <a:avLst/>
              <a:gdLst/>
              <a:ahLst/>
              <a:cxnLst/>
              <a:rect l="l" t="t" r="r" b="b"/>
              <a:pathLst>
                <a:path w="3294379" h="1171575">
                  <a:moveTo>
                    <a:pt x="0" y="1111253"/>
                  </a:moveTo>
                  <a:lnTo>
                    <a:pt x="17040" y="1145527"/>
                  </a:lnTo>
                  <a:lnTo>
                    <a:pt x="49913" y="1167476"/>
                  </a:lnTo>
                  <a:lnTo>
                    <a:pt x="69445" y="1171375"/>
                  </a:lnTo>
                  <a:lnTo>
                    <a:pt x="3086602" y="1171375"/>
                  </a:lnTo>
                  <a:lnTo>
                    <a:pt x="3128284" y="1165889"/>
                  </a:lnTo>
                  <a:lnTo>
                    <a:pt x="3168086" y="1152376"/>
                  </a:lnTo>
                  <a:lnTo>
                    <a:pt x="3181156" y="1145772"/>
                  </a:lnTo>
                  <a:lnTo>
                    <a:pt x="58377" y="1145772"/>
                  </a:lnTo>
                  <a:lnTo>
                    <a:pt x="53318" y="1145527"/>
                  </a:lnTo>
                  <a:lnTo>
                    <a:pt x="52303" y="1145527"/>
                  </a:lnTo>
                  <a:lnTo>
                    <a:pt x="45366" y="1144499"/>
                  </a:lnTo>
                  <a:lnTo>
                    <a:pt x="11228" y="1126239"/>
                  </a:lnTo>
                  <a:lnTo>
                    <a:pt x="2927" y="1116145"/>
                  </a:lnTo>
                  <a:lnTo>
                    <a:pt x="0" y="1111253"/>
                  </a:lnTo>
                  <a:close/>
                </a:path>
                <a:path w="3294379" h="1171575">
                  <a:moveTo>
                    <a:pt x="3143453" y="0"/>
                  </a:moveTo>
                  <a:lnTo>
                    <a:pt x="3177293" y="18241"/>
                  </a:lnTo>
                  <a:lnTo>
                    <a:pt x="3208439" y="43830"/>
                  </a:lnTo>
                  <a:lnTo>
                    <a:pt x="3233783" y="74730"/>
                  </a:lnTo>
                  <a:lnTo>
                    <a:pt x="3252718" y="110138"/>
                  </a:lnTo>
                  <a:lnTo>
                    <a:pt x="3264364" y="148555"/>
                  </a:lnTo>
                  <a:lnTo>
                    <a:pt x="3268301" y="188510"/>
                  </a:lnTo>
                  <a:lnTo>
                    <a:pt x="3268301" y="940985"/>
                  </a:lnTo>
                  <a:lnTo>
                    <a:pt x="3264364" y="980939"/>
                  </a:lnTo>
                  <a:lnTo>
                    <a:pt x="3252718" y="1019356"/>
                  </a:lnTo>
                  <a:lnTo>
                    <a:pt x="3233783" y="1054751"/>
                  </a:lnTo>
                  <a:lnTo>
                    <a:pt x="3208319" y="1085790"/>
                  </a:lnTo>
                  <a:lnTo>
                    <a:pt x="3177293" y="1111253"/>
                  </a:lnTo>
                  <a:lnTo>
                    <a:pt x="3141886" y="1130176"/>
                  </a:lnTo>
                  <a:lnTo>
                    <a:pt x="3103468" y="1141835"/>
                  </a:lnTo>
                  <a:lnTo>
                    <a:pt x="3063514" y="1145772"/>
                  </a:lnTo>
                  <a:lnTo>
                    <a:pt x="3181156" y="1145772"/>
                  </a:lnTo>
                  <a:lnTo>
                    <a:pt x="3220968" y="1118264"/>
                  </a:lnTo>
                  <a:lnTo>
                    <a:pt x="3249709" y="1087593"/>
                  </a:lnTo>
                  <a:lnTo>
                    <a:pt x="3271908" y="1051894"/>
                  </a:lnTo>
                  <a:lnTo>
                    <a:pt x="3286704" y="1012549"/>
                  </a:lnTo>
                  <a:lnTo>
                    <a:pt x="3293562" y="971084"/>
                  </a:lnTo>
                  <a:lnTo>
                    <a:pt x="3293905" y="964073"/>
                  </a:lnTo>
                  <a:lnTo>
                    <a:pt x="3293905" y="197565"/>
                  </a:lnTo>
                  <a:lnTo>
                    <a:pt x="3288418" y="155883"/>
                  </a:lnTo>
                  <a:lnTo>
                    <a:pt x="3274905" y="116081"/>
                  </a:lnTo>
                  <a:lnTo>
                    <a:pt x="3253874" y="79683"/>
                  </a:lnTo>
                  <a:lnTo>
                    <a:pt x="3226163" y="48073"/>
                  </a:lnTo>
                  <a:lnTo>
                    <a:pt x="3192813" y="22482"/>
                  </a:lnTo>
                  <a:lnTo>
                    <a:pt x="3155119" y="3902"/>
                  </a:lnTo>
                  <a:lnTo>
                    <a:pt x="3148515" y="1540"/>
                  </a:lnTo>
                  <a:lnTo>
                    <a:pt x="3143453" y="0"/>
                  </a:lnTo>
                  <a:close/>
                </a:path>
              </a:pathLst>
            </a:custGeom>
            <a:solidFill>
              <a:srgbClr val="4D4D4D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20" name="object 20"/>
            <p:cNvSpPr/>
            <p:nvPr/>
          </p:nvSpPr>
          <p:spPr>
            <a:xfrm>
              <a:off x="600075" y="3714750"/>
              <a:ext cx="3286125" cy="1162050"/>
            </a:xfrm>
            <a:custGeom>
              <a:avLst/>
              <a:gdLst/>
              <a:ahLst/>
              <a:cxnLst/>
              <a:rect l="l" t="t" r="r" b="b"/>
              <a:pathLst>
                <a:path w="3286125" h="1162050">
                  <a:moveTo>
                    <a:pt x="3088043" y="0"/>
                  </a:moveTo>
                  <a:lnTo>
                    <a:pt x="71194" y="0"/>
                  </a:lnTo>
                  <a:lnTo>
                    <a:pt x="66243" y="431"/>
                  </a:lnTo>
                  <a:lnTo>
                    <a:pt x="29706" y="13665"/>
                  </a:lnTo>
                  <a:lnTo>
                    <a:pt x="3884" y="45199"/>
                  </a:lnTo>
                  <a:lnTo>
                    <a:pt x="0" y="62293"/>
                  </a:lnTo>
                  <a:lnTo>
                    <a:pt x="0" y="1095375"/>
                  </a:lnTo>
                  <a:lnTo>
                    <a:pt x="0" y="1099756"/>
                  </a:lnTo>
                  <a:lnTo>
                    <a:pt x="15622" y="1136053"/>
                  </a:lnTo>
                  <a:lnTo>
                    <a:pt x="51663" y="1158646"/>
                  </a:lnTo>
                  <a:lnTo>
                    <a:pt x="71194" y="1162050"/>
                  </a:lnTo>
                  <a:lnTo>
                    <a:pt x="3088043" y="1162050"/>
                  </a:lnTo>
                  <a:lnTo>
                    <a:pt x="3127870" y="1156804"/>
                  </a:lnTo>
                  <a:lnTo>
                    <a:pt x="3165906" y="1143889"/>
                  </a:lnTo>
                  <a:lnTo>
                    <a:pt x="3200692" y="1123810"/>
                  </a:lnTo>
                  <a:lnTo>
                    <a:pt x="3230880" y="1097330"/>
                  </a:lnTo>
                  <a:lnTo>
                    <a:pt x="3255340" y="1065453"/>
                  </a:lnTo>
                  <a:lnTo>
                    <a:pt x="3273107" y="1029436"/>
                  </a:lnTo>
                  <a:lnTo>
                    <a:pt x="3283496" y="990638"/>
                  </a:lnTo>
                  <a:lnTo>
                    <a:pt x="3286125" y="963968"/>
                  </a:lnTo>
                  <a:lnTo>
                    <a:pt x="3286125" y="198081"/>
                  </a:lnTo>
                  <a:lnTo>
                    <a:pt x="3280879" y="158254"/>
                  </a:lnTo>
                  <a:lnTo>
                    <a:pt x="3267964" y="120218"/>
                  </a:lnTo>
                  <a:lnTo>
                    <a:pt x="3247885" y="85432"/>
                  </a:lnTo>
                  <a:lnTo>
                    <a:pt x="3221405" y="55232"/>
                  </a:lnTo>
                  <a:lnTo>
                    <a:pt x="3189541" y="30784"/>
                  </a:lnTo>
                  <a:lnTo>
                    <a:pt x="3153511" y="13017"/>
                  </a:lnTo>
                  <a:lnTo>
                    <a:pt x="3114713" y="2628"/>
                  </a:lnTo>
                  <a:lnTo>
                    <a:pt x="3094736" y="330"/>
                  </a:lnTo>
                  <a:lnTo>
                    <a:pt x="3088043" y="0"/>
                  </a:lnTo>
                  <a:close/>
                </a:path>
              </a:pathLst>
            </a:custGeom>
            <a:solidFill>
              <a:srgbClr val="040404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21" name="object 21"/>
            <p:cNvSpPr/>
            <p:nvPr/>
          </p:nvSpPr>
          <p:spPr>
            <a:xfrm>
              <a:off x="581025" y="3705237"/>
              <a:ext cx="3314700" cy="1181100"/>
            </a:xfrm>
            <a:custGeom>
              <a:avLst/>
              <a:gdLst/>
              <a:ahLst/>
              <a:cxnLst/>
              <a:rect l="l" t="t" r="r" b="b"/>
              <a:pathLst>
                <a:path w="3314700" h="1181100">
                  <a:moveTo>
                    <a:pt x="3314687" y="214312"/>
                  </a:moveTo>
                  <a:lnTo>
                    <a:pt x="3310572" y="172504"/>
                  </a:lnTo>
                  <a:lnTo>
                    <a:pt x="3298367" y="132295"/>
                  </a:lnTo>
                  <a:lnTo>
                    <a:pt x="3295637" y="126136"/>
                  </a:lnTo>
                  <a:lnTo>
                    <a:pt x="3295637" y="214312"/>
                  </a:lnTo>
                  <a:lnTo>
                    <a:pt x="3295637" y="966787"/>
                  </a:lnTo>
                  <a:lnTo>
                    <a:pt x="3291929" y="1004887"/>
                  </a:lnTo>
                  <a:lnTo>
                    <a:pt x="3280778" y="1041514"/>
                  </a:lnTo>
                  <a:lnTo>
                    <a:pt x="3262757" y="1075283"/>
                  </a:lnTo>
                  <a:lnTo>
                    <a:pt x="3238449" y="1104849"/>
                  </a:lnTo>
                  <a:lnTo>
                    <a:pt x="3208883" y="1129157"/>
                  </a:lnTo>
                  <a:lnTo>
                    <a:pt x="3174936" y="1147241"/>
                  </a:lnTo>
                  <a:lnTo>
                    <a:pt x="3119615" y="1161110"/>
                  </a:lnTo>
                  <a:lnTo>
                    <a:pt x="3100374" y="1162050"/>
                  </a:lnTo>
                  <a:lnTo>
                    <a:pt x="95237" y="1162050"/>
                  </a:lnTo>
                  <a:lnTo>
                    <a:pt x="87731" y="1161770"/>
                  </a:lnTo>
                  <a:lnTo>
                    <a:pt x="80378" y="1160957"/>
                  </a:lnTo>
                  <a:lnTo>
                    <a:pt x="76200" y="1160183"/>
                  </a:lnTo>
                  <a:lnTo>
                    <a:pt x="76200" y="20916"/>
                  </a:lnTo>
                  <a:lnTo>
                    <a:pt x="80378" y="20129"/>
                  </a:lnTo>
                  <a:lnTo>
                    <a:pt x="87731" y="19316"/>
                  </a:lnTo>
                  <a:lnTo>
                    <a:pt x="95237" y="19050"/>
                  </a:lnTo>
                  <a:lnTo>
                    <a:pt x="3100374" y="19050"/>
                  </a:lnTo>
                  <a:lnTo>
                    <a:pt x="3138487" y="22758"/>
                  </a:lnTo>
                  <a:lnTo>
                    <a:pt x="3175101" y="33909"/>
                  </a:lnTo>
                  <a:lnTo>
                    <a:pt x="3208883" y="51917"/>
                  </a:lnTo>
                  <a:lnTo>
                    <a:pt x="3238449" y="76238"/>
                  </a:lnTo>
                  <a:lnTo>
                    <a:pt x="3262757" y="105803"/>
                  </a:lnTo>
                  <a:lnTo>
                    <a:pt x="3280778" y="139585"/>
                  </a:lnTo>
                  <a:lnTo>
                    <a:pt x="3291929" y="176199"/>
                  </a:lnTo>
                  <a:lnTo>
                    <a:pt x="3295637" y="214312"/>
                  </a:lnTo>
                  <a:lnTo>
                    <a:pt x="3295637" y="126136"/>
                  </a:lnTo>
                  <a:lnTo>
                    <a:pt x="3272510" y="86626"/>
                  </a:lnTo>
                  <a:lnTo>
                    <a:pt x="3251924" y="62776"/>
                  </a:lnTo>
                  <a:lnTo>
                    <a:pt x="3219437" y="36118"/>
                  </a:lnTo>
                  <a:lnTo>
                    <a:pt x="3188576" y="19050"/>
                  </a:lnTo>
                  <a:lnTo>
                    <a:pt x="3182391" y="16306"/>
                  </a:lnTo>
                  <a:lnTo>
                    <a:pt x="3142183" y="4114"/>
                  </a:lnTo>
                  <a:lnTo>
                    <a:pt x="3112338" y="355"/>
                  </a:lnTo>
                  <a:lnTo>
                    <a:pt x="3115208" y="355"/>
                  </a:lnTo>
                  <a:lnTo>
                    <a:pt x="3100374" y="0"/>
                  </a:lnTo>
                  <a:lnTo>
                    <a:pt x="95237" y="0"/>
                  </a:lnTo>
                  <a:lnTo>
                    <a:pt x="87731" y="355"/>
                  </a:lnTo>
                  <a:lnTo>
                    <a:pt x="80378" y="1447"/>
                  </a:lnTo>
                  <a:lnTo>
                    <a:pt x="76200" y="2501"/>
                  </a:lnTo>
                  <a:lnTo>
                    <a:pt x="76200" y="0"/>
                  </a:lnTo>
                  <a:lnTo>
                    <a:pt x="71183" y="0"/>
                  </a:lnTo>
                  <a:lnTo>
                    <a:pt x="66243" y="469"/>
                  </a:lnTo>
                  <a:lnTo>
                    <a:pt x="29705" y="15608"/>
                  </a:lnTo>
                  <a:lnTo>
                    <a:pt x="3873" y="51650"/>
                  </a:lnTo>
                  <a:lnTo>
                    <a:pt x="0" y="71183"/>
                  </a:lnTo>
                  <a:lnTo>
                    <a:pt x="0" y="1104887"/>
                  </a:lnTo>
                  <a:lnTo>
                    <a:pt x="0" y="1109891"/>
                  </a:lnTo>
                  <a:lnTo>
                    <a:pt x="15621" y="1151394"/>
                  </a:lnTo>
                  <a:lnTo>
                    <a:pt x="51663" y="1177201"/>
                  </a:lnTo>
                  <a:lnTo>
                    <a:pt x="71183" y="1181087"/>
                  </a:lnTo>
                  <a:lnTo>
                    <a:pt x="76200" y="1181087"/>
                  </a:lnTo>
                  <a:lnTo>
                    <a:pt x="76200" y="1178598"/>
                  </a:lnTo>
                  <a:lnTo>
                    <a:pt x="80378" y="1179639"/>
                  </a:lnTo>
                  <a:lnTo>
                    <a:pt x="88442" y="1180833"/>
                  </a:lnTo>
                  <a:lnTo>
                    <a:pt x="89903" y="1180833"/>
                  </a:lnTo>
                  <a:lnTo>
                    <a:pt x="95237" y="1181100"/>
                  </a:lnTo>
                  <a:lnTo>
                    <a:pt x="3100374" y="1181100"/>
                  </a:lnTo>
                  <a:lnTo>
                    <a:pt x="3110903" y="1180833"/>
                  </a:lnTo>
                  <a:lnTo>
                    <a:pt x="3152470" y="1174661"/>
                  </a:lnTo>
                  <a:lnTo>
                    <a:pt x="3188563" y="1162050"/>
                  </a:lnTo>
                  <a:lnTo>
                    <a:pt x="3227984" y="1138948"/>
                  </a:lnTo>
                  <a:lnTo>
                    <a:pt x="3252381" y="1117828"/>
                  </a:lnTo>
                  <a:lnTo>
                    <a:pt x="3259188" y="1110691"/>
                  </a:lnTo>
                  <a:lnTo>
                    <a:pt x="3284207" y="1076947"/>
                  </a:lnTo>
                  <a:lnTo>
                    <a:pt x="3302165" y="1038961"/>
                  </a:lnTo>
                  <a:lnTo>
                    <a:pt x="3312376" y="998207"/>
                  </a:lnTo>
                  <a:lnTo>
                    <a:pt x="3314687" y="966787"/>
                  </a:lnTo>
                  <a:lnTo>
                    <a:pt x="3314687" y="214312"/>
                  </a:lnTo>
                  <a:close/>
                </a:path>
              </a:pathLst>
            </a:custGeom>
            <a:solidFill>
              <a:srgbClr val="4D4D4D"/>
            </a:solidFill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22" name="object 22"/>
          <p:cNvSpPr txBox="1"/>
          <p:nvPr/>
        </p:nvSpPr>
        <p:spPr>
          <a:xfrm>
            <a:off x="835025" y="3878262"/>
            <a:ext cx="2842895" cy="815975"/>
          </a:xfrm>
          <a:prstGeom prst="rect">
            <a:avLst/>
          </a:prstGeom>
        </p:spPr>
        <p:txBody>
          <a:bodyPr vert="horz" wrap="square" lIns="0" tIns="1905" rIns="0" bIns="0" rtlCol="0">
            <a:spAutoFit/>
          </a:bodyPr>
          <a:lstStyle/>
          <a:p>
            <a:pPr marL="12700" marR="5080">
              <a:lnSpc>
                <a:spcPct val="106000"/>
              </a:lnSpc>
              <a:spcBef>
                <a:spcPts val="15"/>
              </a:spcBef>
            </a:pPr>
            <a:r>
              <a:rPr sz="1650" b="1" spc="-10" dirty="0">
                <a:solidFill>
                  <a:srgbClr val="E5E0DF"/>
                </a:solidFill>
                <a:latin typeface="Tahoma" panose="020B0604030504040204"/>
                <a:cs typeface="Tahoma" panose="020B0604030504040204"/>
              </a:rPr>
              <a:t>SBERT:</a:t>
            </a:r>
            <a:r>
              <a:rPr sz="1650" b="1" spc="-110" dirty="0">
                <a:solidFill>
                  <a:srgbClr val="E5E0DF"/>
                </a:solidFill>
                <a:latin typeface="Tahoma" panose="020B0604030504040204"/>
                <a:cs typeface="Tahoma" panose="020B0604030504040204"/>
              </a:rPr>
              <a:t> </a:t>
            </a:r>
            <a:r>
              <a:rPr sz="1650" b="1" dirty="0">
                <a:solidFill>
                  <a:srgbClr val="E5E0DF"/>
                </a:solidFill>
                <a:latin typeface="Tahoma" panose="020B0604030504040204"/>
                <a:cs typeface="Tahoma" panose="020B0604030504040204"/>
              </a:rPr>
              <a:t>Semantic</a:t>
            </a:r>
            <a:r>
              <a:rPr sz="1650" b="1" spc="-105" dirty="0">
                <a:solidFill>
                  <a:srgbClr val="E5E0DF"/>
                </a:solidFill>
                <a:latin typeface="Tahoma" panose="020B0604030504040204"/>
                <a:cs typeface="Tahoma" panose="020B0604030504040204"/>
              </a:rPr>
              <a:t> </a:t>
            </a:r>
            <a:r>
              <a:rPr sz="1650" b="1" spc="-10" dirty="0">
                <a:solidFill>
                  <a:srgbClr val="E5E0DF"/>
                </a:solidFill>
                <a:latin typeface="Tahoma" panose="020B0604030504040204"/>
                <a:cs typeface="Tahoma" panose="020B0604030504040204"/>
              </a:rPr>
              <a:t>similarity </a:t>
            </a:r>
            <a:r>
              <a:rPr sz="1650" b="1" dirty="0">
                <a:solidFill>
                  <a:srgbClr val="E5E0DF"/>
                </a:solidFill>
                <a:latin typeface="Tahoma" panose="020B0604030504040204"/>
                <a:cs typeface="Tahoma" panose="020B0604030504040204"/>
              </a:rPr>
              <a:t>for</a:t>
            </a:r>
            <a:r>
              <a:rPr sz="1650" b="1" spc="-90" dirty="0">
                <a:solidFill>
                  <a:srgbClr val="E5E0DF"/>
                </a:solidFill>
                <a:latin typeface="Tahoma" panose="020B0604030504040204"/>
                <a:cs typeface="Tahoma" panose="020B0604030504040204"/>
              </a:rPr>
              <a:t> </a:t>
            </a:r>
            <a:r>
              <a:rPr sz="1650" b="1" dirty="0">
                <a:solidFill>
                  <a:srgbClr val="E5E0DF"/>
                </a:solidFill>
                <a:latin typeface="Tahoma" panose="020B0604030504040204"/>
                <a:cs typeface="Tahoma" panose="020B0604030504040204"/>
              </a:rPr>
              <a:t>clustering</a:t>
            </a:r>
            <a:r>
              <a:rPr sz="1650" b="1" spc="-90" dirty="0">
                <a:solidFill>
                  <a:srgbClr val="E5E0DF"/>
                </a:solidFill>
                <a:latin typeface="Tahoma" panose="020B0604030504040204"/>
                <a:cs typeface="Tahoma" panose="020B0604030504040204"/>
              </a:rPr>
              <a:t> </a:t>
            </a:r>
            <a:r>
              <a:rPr sz="1650" b="1" spc="-10" dirty="0">
                <a:solidFill>
                  <a:srgbClr val="E5E0DF"/>
                </a:solidFill>
                <a:latin typeface="Tahoma" panose="020B0604030504040204"/>
                <a:cs typeface="Tahoma" panose="020B0604030504040204"/>
              </a:rPr>
              <a:t>related segments.</a:t>
            </a:r>
            <a:endParaRPr sz="1650">
              <a:latin typeface="Tahoma" panose="020B0604030504040204"/>
              <a:cs typeface="Tahoma" panose="020B0604030504040204"/>
            </a:endParaRPr>
          </a:p>
        </p:txBody>
      </p:sp>
      <p:grpSp>
        <p:nvGrpSpPr>
          <p:cNvPr id="23" name="object 23"/>
          <p:cNvGrpSpPr/>
          <p:nvPr/>
        </p:nvGrpSpPr>
        <p:grpSpPr>
          <a:xfrm>
            <a:off x="4048125" y="3705225"/>
            <a:ext cx="3331210" cy="1197610"/>
            <a:chOff x="4048125" y="3705225"/>
            <a:chExt cx="3331210" cy="1197610"/>
          </a:xfrm>
        </p:grpSpPr>
        <p:sp>
          <p:nvSpPr>
            <p:cNvPr id="24" name="object 24"/>
            <p:cNvSpPr/>
            <p:nvPr/>
          </p:nvSpPr>
          <p:spPr>
            <a:xfrm>
              <a:off x="4084999" y="3731027"/>
              <a:ext cx="3294379" cy="1171575"/>
            </a:xfrm>
            <a:custGeom>
              <a:avLst/>
              <a:gdLst/>
              <a:ahLst/>
              <a:cxnLst/>
              <a:rect l="l" t="t" r="r" b="b"/>
              <a:pathLst>
                <a:path w="3294379" h="1171575">
                  <a:moveTo>
                    <a:pt x="0" y="1111253"/>
                  </a:moveTo>
                  <a:lnTo>
                    <a:pt x="17045" y="1145527"/>
                  </a:lnTo>
                  <a:lnTo>
                    <a:pt x="49917" y="1167476"/>
                  </a:lnTo>
                  <a:lnTo>
                    <a:pt x="69437" y="1171375"/>
                  </a:lnTo>
                  <a:lnTo>
                    <a:pt x="3086601" y="1171375"/>
                  </a:lnTo>
                  <a:lnTo>
                    <a:pt x="3128282" y="1165889"/>
                  </a:lnTo>
                  <a:lnTo>
                    <a:pt x="3168084" y="1152376"/>
                  </a:lnTo>
                  <a:lnTo>
                    <a:pt x="3181155" y="1145772"/>
                  </a:lnTo>
                  <a:lnTo>
                    <a:pt x="58375" y="1145772"/>
                  </a:lnTo>
                  <a:lnTo>
                    <a:pt x="53317" y="1145527"/>
                  </a:lnTo>
                  <a:lnTo>
                    <a:pt x="52302" y="1145527"/>
                  </a:lnTo>
                  <a:lnTo>
                    <a:pt x="45365" y="1144499"/>
                  </a:lnTo>
                  <a:lnTo>
                    <a:pt x="11233" y="1126239"/>
                  </a:lnTo>
                  <a:lnTo>
                    <a:pt x="2925" y="1116145"/>
                  </a:lnTo>
                  <a:lnTo>
                    <a:pt x="0" y="1111253"/>
                  </a:lnTo>
                  <a:close/>
                </a:path>
                <a:path w="3294379" h="1171575">
                  <a:moveTo>
                    <a:pt x="3143451" y="0"/>
                  </a:moveTo>
                  <a:lnTo>
                    <a:pt x="3177292" y="18241"/>
                  </a:lnTo>
                  <a:lnTo>
                    <a:pt x="3208437" y="43830"/>
                  </a:lnTo>
                  <a:lnTo>
                    <a:pt x="3233781" y="74730"/>
                  </a:lnTo>
                  <a:lnTo>
                    <a:pt x="3252704" y="110138"/>
                  </a:lnTo>
                  <a:lnTo>
                    <a:pt x="3264363" y="148555"/>
                  </a:lnTo>
                  <a:lnTo>
                    <a:pt x="3268300" y="188510"/>
                  </a:lnTo>
                  <a:lnTo>
                    <a:pt x="3268300" y="940985"/>
                  </a:lnTo>
                  <a:lnTo>
                    <a:pt x="3264363" y="980939"/>
                  </a:lnTo>
                  <a:lnTo>
                    <a:pt x="3252704" y="1019356"/>
                  </a:lnTo>
                  <a:lnTo>
                    <a:pt x="3233781" y="1054751"/>
                  </a:lnTo>
                  <a:lnTo>
                    <a:pt x="3208318" y="1085790"/>
                  </a:lnTo>
                  <a:lnTo>
                    <a:pt x="3177292" y="1111253"/>
                  </a:lnTo>
                  <a:lnTo>
                    <a:pt x="3141884" y="1130176"/>
                  </a:lnTo>
                  <a:lnTo>
                    <a:pt x="3103467" y="1141835"/>
                  </a:lnTo>
                  <a:lnTo>
                    <a:pt x="3063512" y="1145772"/>
                  </a:lnTo>
                  <a:lnTo>
                    <a:pt x="3181155" y="1145772"/>
                  </a:lnTo>
                  <a:lnTo>
                    <a:pt x="3220967" y="1118264"/>
                  </a:lnTo>
                  <a:lnTo>
                    <a:pt x="3249707" y="1087593"/>
                  </a:lnTo>
                  <a:lnTo>
                    <a:pt x="3271907" y="1051894"/>
                  </a:lnTo>
                  <a:lnTo>
                    <a:pt x="3286715" y="1012549"/>
                  </a:lnTo>
                  <a:lnTo>
                    <a:pt x="3293560" y="971084"/>
                  </a:lnTo>
                  <a:lnTo>
                    <a:pt x="3293903" y="964073"/>
                  </a:lnTo>
                  <a:lnTo>
                    <a:pt x="3293903" y="197565"/>
                  </a:lnTo>
                  <a:lnTo>
                    <a:pt x="3288417" y="155883"/>
                  </a:lnTo>
                  <a:lnTo>
                    <a:pt x="3274904" y="116081"/>
                  </a:lnTo>
                  <a:lnTo>
                    <a:pt x="3253873" y="79683"/>
                  </a:lnTo>
                  <a:lnTo>
                    <a:pt x="3226161" y="48073"/>
                  </a:lnTo>
                  <a:lnTo>
                    <a:pt x="3192811" y="22482"/>
                  </a:lnTo>
                  <a:lnTo>
                    <a:pt x="3155117" y="3902"/>
                  </a:lnTo>
                  <a:lnTo>
                    <a:pt x="3148513" y="1540"/>
                  </a:lnTo>
                  <a:lnTo>
                    <a:pt x="3143451" y="0"/>
                  </a:lnTo>
                  <a:close/>
                </a:path>
              </a:pathLst>
            </a:custGeom>
            <a:solidFill>
              <a:srgbClr val="4D4D4D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25" name="object 25"/>
            <p:cNvSpPr/>
            <p:nvPr/>
          </p:nvSpPr>
          <p:spPr>
            <a:xfrm>
              <a:off x="4067175" y="3714750"/>
              <a:ext cx="3286125" cy="1162050"/>
            </a:xfrm>
            <a:custGeom>
              <a:avLst/>
              <a:gdLst/>
              <a:ahLst/>
              <a:cxnLst/>
              <a:rect l="l" t="t" r="r" b="b"/>
              <a:pathLst>
                <a:path w="3286125" h="1162050">
                  <a:moveTo>
                    <a:pt x="3088043" y="0"/>
                  </a:moveTo>
                  <a:lnTo>
                    <a:pt x="71196" y="0"/>
                  </a:lnTo>
                  <a:lnTo>
                    <a:pt x="66243" y="431"/>
                  </a:lnTo>
                  <a:lnTo>
                    <a:pt x="29705" y="13665"/>
                  </a:lnTo>
                  <a:lnTo>
                    <a:pt x="3886" y="45199"/>
                  </a:lnTo>
                  <a:lnTo>
                    <a:pt x="0" y="62293"/>
                  </a:lnTo>
                  <a:lnTo>
                    <a:pt x="0" y="1095375"/>
                  </a:lnTo>
                  <a:lnTo>
                    <a:pt x="0" y="1099756"/>
                  </a:lnTo>
                  <a:lnTo>
                    <a:pt x="15621" y="1136053"/>
                  </a:lnTo>
                  <a:lnTo>
                    <a:pt x="51663" y="1158646"/>
                  </a:lnTo>
                  <a:lnTo>
                    <a:pt x="71196" y="1162050"/>
                  </a:lnTo>
                  <a:lnTo>
                    <a:pt x="3088043" y="1162050"/>
                  </a:lnTo>
                  <a:lnTo>
                    <a:pt x="3127870" y="1156804"/>
                  </a:lnTo>
                  <a:lnTo>
                    <a:pt x="3165906" y="1143889"/>
                  </a:lnTo>
                  <a:lnTo>
                    <a:pt x="3200692" y="1123810"/>
                  </a:lnTo>
                  <a:lnTo>
                    <a:pt x="3230880" y="1097330"/>
                  </a:lnTo>
                  <a:lnTo>
                    <a:pt x="3255340" y="1065453"/>
                  </a:lnTo>
                  <a:lnTo>
                    <a:pt x="3273107" y="1029436"/>
                  </a:lnTo>
                  <a:lnTo>
                    <a:pt x="3283496" y="990638"/>
                  </a:lnTo>
                  <a:lnTo>
                    <a:pt x="3286125" y="963968"/>
                  </a:lnTo>
                  <a:lnTo>
                    <a:pt x="3286125" y="198081"/>
                  </a:lnTo>
                  <a:lnTo>
                    <a:pt x="3280879" y="158254"/>
                  </a:lnTo>
                  <a:lnTo>
                    <a:pt x="3267964" y="120218"/>
                  </a:lnTo>
                  <a:lnTo>
                    <a:pt x="3247885" y="85432"/>
                  </a:lnTo>
                  <a:lnTo>
                    <a:pt x="3221405" y="55232"/>
                  </a:lnTo>
                  <a:lnTo>
                    <a:pt x="3189541" y="30784"/>
                  </a:lnTo>
                  <a:lnTo>
                    <a:pt x="3153511" y="13017"/>
                  </a:lnTo>
                  <a:lnTo>
                    <a:pt x="3114713" y="2628"/>
                  </a:lnTo>
                  <a:lnTo>
                    <a:pt x="3094736" y="330"/>
                  </a:lnTo>
                  <a:lnTo>
                    <a:pt x="3088043" y="0"/>
                  </a:lnTo>
                  <a:close/>
                </a:path>
              </a:pathLst>
            </a:custGeom>
            <a:solidFill>
              <a:srgbClr val="040404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26" name="object 26"/>
            <p:cNvSpPr/>
            <p:nvPr/>
          </p:nvSpPr>
          <p:spPr>
            <a:xfrm>
              <a:off x="4048125" y="3705237"/>
              <a:ext cx="3314700" cy="1181100"/>
            </a:xfrm>
            <a:custGeom>
              <a:avLst/>
              <a:gdLst/>
              <a:ahLst/>
              <a:cxnLst/>
              <a:rect l="l" t="t" r="r" b="b"/>
              <a:pathLst>
                <a:path w="3314700" h="1181100">
                  <a:moveTo>
                    <a:pt x="3314687" y="214312"/>
                  </a:moveTo>
                  <a:lnTo>
                    <a:pt x="3310572" y="172504"/>
                  </a:lnTo>
                  <a:lnTo>
                    <a:pt x="3298367" y="132295"/>
                  </a:lnTo>
                  <a:lnTo>
                    <a:pt x="3295637" y="126136"/>
                  </a:lnTo>
                  <a:lnTo>
                    <a:pt x="3295637" y="214312"/>
                  </a:lnTo>
                  <a:lnTo>
                    <a:pt x="3295637" y="966787"/>
                  </a:lnTo>
                  <a:lnTo>
                    <a:pt x="3291929" y="1004887"/>
                  </a:lnTo>
                  <a:lnTo>
                    <a:pt x="3280778" y="1041514"/>
                  </a:lnTo>
                  <a:lnTo>
                    <a:pt x="3262757" y="1075283"/>
                  </a:lnTo>
                  <a:lnTo>
                    <a:pt x="3238449" y="1104849"/>
                  </a:lnTo>
                  <a:lnTo>
                    <a:pt x="3208883" y="1129157"/>
                  </a:lnTo>
                  <a:lnTo>
                    <a:pt x="3174936" y="1147241"/>
                  </a:lnTo>
                  <a:lnTo>
                    <a:pt x="3119615" y="1161110"/>
                  </a:lnTo>
                  <a:lnTo>
                    <a:pt x="3100374" y="1162050"/>
                  </a:lnTo>
                  <a:lnTo>
                    <a:pt x="95237" y="1162050"/>
                  </a:lnTo>
                  <a:lnTo>
                    <a:pt x="87731" y="1161770"/>
                  </a:lnTo>
                  <a:lnTo>
                    <a:pt x="80378" y="1160957"/>
                  </a:lnTo>
                  <a:lnTo>
                    <a:pt x="76200" y="1160183"/>
                  </a:lnTo>
                  <a:lnTo>
                    <a:pt x="76200" y="20916"/>
                  </a:lnTo>
                  <a:lnTo>
                    <a:pt x="80378" y="20129"/>
                  </a:lnTo>
                  <a:lnTo>
                    <a:pt x="87731" y="19316"/>
                  </a:lnTo>
                  <a:lnTo>
                    <a:pt x="95237" y="19050"/>
                  </a:lnTo>
                  <a:lnTo>
                    <a:pt x="3100374" y="19050"/>
                  </a:lnTo>
                  <a:lnTo>
                    <a:pt x="3138487" y="22758"/>
                  </a:lnTo>
                  <a:lnTo>
                    <a:pt x="3175101" y="33909"/>
                  </a:lnTo>
                  <a:lnTo>
                    <a:pt x="3208883" y="51917"/>
                  </a:lnTo>
                  <a:lnTo>
                    <a:pt x="3238449" y="76238"/>
                  </a:lnTo>
                  <a:lnTo>
                    <a:pt x="3262757" y="105803"/>
                  </a:lnTo>
                  <a:lnTo>
                    <a:pt x="3280778" y="139585"/>
                  </a:lnTo>
                  <a:lnTo>
                    <a:pt x="3291929" y="176199"/>
                  </a:lnTo>
                  <a:lnTo>
                    <a:pt x="3295637" y="214312"/>
                  </a:lnTo>
                  <a:lnTo>
                    <a:pt x="3295637" y="126136"/>
                  </a:lnTo>
                  <a:lnTo>
                    <a:pt x="3272510" y="86626"/>
                  </a:lnTo>
                  <a:lnTo>
                    <a:pt x="3251924" y="62776"/>
                  </a:lnTo>
                  <a:lnTo>
                    <a:pt x="3219437" y="36118"/>
                  </a:lnTo>
                  <a:lnTo>
                    <a:pt x="3188576" y="19050"/>
                  </a:lnTo>
                  <a:lnTo>
                    <a:pt x="3182391" y="16306"/>
                  </a:lnTo>
                  <a:lnTo>
                    <a:pt x="3142183" y="4114"/>
                  </a:lnTo>
                  <a:lnTo>
                    <a:pt x="3112338" y="355"/>
                  </a:lnTo>
                  <a:lnTo>
                    <a:pt x="3115208" y="355"/>
                  </a:lnTo>
                  <a:lnTo>
                    <a:pt x="3100374" y="0"/>
                  </a:lnTo>
                  <a:lnTo>
                    <a:pt x="95237" y="0"/>
                  </a:lnTo>
                  <a:lnTo>
                    <a:pt x="87731" y="355"/>
                  </a:lnTo>
                  <a:lnTo>
                    <a:pt x="80378" y="1447"/>
                  </a:lnTo>
                  <a:lnTo>
                    <a:pt x="76200" y="2501"/>
                  </a:lnTo>
                  <a:lnTo>
                    <a:pt x="76200" y="0"/>
                  </a:lnTo>
                  <a:lnTo>
                    <a:pt x="71196" y="0"/>
                  </a:lnTo>
                  <a:lnTo>
                    <a:pt x="66243" y="469"/>
                  </a:lnTo>
                  <a:lnTo>
                    <a:pt x="29705" y="15608"/>
                  </a:lnTo>
                  <a:lnTo>
                    <a:pt x="3886" y="51650"/>
                  </a:lnTo>
                  <a:lnTo>
                    <a:pt x="0" y="71183"/>
                  </a:lnTo>
                  <a:lnTo>
                    <a:pt x="0" y="1104887"/>
                  </a:lnTo>
                  <a:lnTo>
                    <a:pt x="0" y="1109891"/>
                  </a:lnTo>
                  <a:lnTo>
                    <a:pt x="15621" y="1151394"/>
                  </a:lnTo>
                  <a:lnTo>
                    <a:pt x="51663" y="1177201"/>
                  </a:lnTo>
                  <a:lnTo>
                    <a:pt x="71196" y="1181087"/>
                  </a:lnTo>
                  <a:lnTo>
                    <a:pt x="76200" y="1181087"/>
                  </a:lnTo>
                  <a:lnTo>
                    <a:pt x="76200" y="1178598"/>
                  </a:lnTo>
                  <a:lnTo>
                    <a:pt x="80378" y="1179639"/>
                  </a:lnTo>
                  <a:lnTo>
                    <a:pt x="88442" y="1180833"/>
                  </a:lnTo>
                  <a:lnTo>
                    <a:pt x="89903" y="1180833"/>
                  </a:lnTo>
                  <a:lnTo>
                    <a:pt x="95237" y="1181100"/>
                  </a:lnTo>
                  <a:lnTo>
                    <a:pt x="3100374" y="1181100"/>
                  </a:lnTo>
                  <a:lnTo>
                    <a:pt x="3110903" y="1180833"/>
                  </a:lnTo>
                  <a:lnTo>
                    <a:pt x="3152470" y="1174661"/>
                  </a:lnTo>
                  <a:lnTo>
                    <a:pt x="3188563" y="1162050"/>
                  </a:lnTo>
                  <a:lnTo>
                    <a:pt x="3227984" y="1138948"/>
                  </a:lnTo>
                  <a:lnTo>
                    <a:pt x="3252381" y="1117828"/>
                  </a:lnTo>
                  <a:lnTo>
                    <a:pt x="3259188" y="1110691"/>
                  </a:lnTo>
                  <a:lnTo>
                    <a:pt x="3284207" y="1076947"/>
                  </a:lnTo>
                  <a:lnTo>
                    <a:pt x="3302165" y="1038961"/>
                  </a:lnTo>
                  <a:lnTo>
                    <a:pt x="3312376" y="998207"/>
                  </a:lnTo>
                  <a:lnTo>
                    <a:pt x="3314687" y="966787"/>
                  </a:lnTo>
                  <a:lnTo>
                    <a:pt x="3314687" y="214312"/>
                  </a:lnTo>
                  <a:close/>
                </a:path>
              </a:pathLst>
            </a:custGeom>
            <a:solidFill>
              <a:srgbClr val="4D4D4D"/>
            </a:solidFill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27" name="object 27"/>
          <p:cNvSpPr txBox="1"/>
          <p:nvPr/>
        </p:nvSpPr>
        <p:spPr>
          <a:xfrm>
            <a:off x="4302125" y="3878262"/>
            <a:ext cx="2562225" cy="815975"/>
          </a:xfrm>
          <a:prstGeom prst="rect">
            <a:avLst/>
          </a:prstGeom>
        </p:spPr>
        <p:txBody>
          <a:bodyPr vert="horz" wrap="square" lIns="0" tIns="1905" rIns="0" bIns="0" rtlCol="0">
            <a:spAutoFit/>
          </a:bodyPr>
          <a:lstStyle/>
          <a:p>
            <a:pPr marL="12700" marR="5080">
              <a:lnSpc>
                <a:spcPct val="106000"/>
              </a:lnSpc>
              <a:spcBef>
                <a:spcPts val="15"/>
              </a:spcBef>
            </a:pPr>
            <a:r>
              <a:rPr sz="1650" b="1" spc="-25" dirty="0">
                <a:solidFill>
                  <a:srgbClr val="E5E0DF"/>
                </a:solidFill>
                <a:latin typeface="Tahoma" panose="020B0604030504040204"/>
                <a:cs typeface="Tahoma" panose="020B0604030504040204"/>
              </a:rPr>
              <a:t>TextBlob:</a:t>
            </a:r>
            <a:r>
              <a:rPr sz="1650" b="1" spc="-65" dirty="0">
                <a:solidFill>
                  <a:srgbClr val="E5E0DF"/>
                </a:solidFill>
                <a:latin typeface="Tahoma" panose="020B0604030504040204"/>
                <a:cs typeface="Tahoma" panose="020B0604030504040204"/>
              </a:rPr>
              <a:t> </a:t>
            </a:r>
            <a:r>
              <a:rPr sz="1650" b="1" spc="-10" dirty="0">
                <a:solidFill>
                  <a:srgbClr val="E5E0DF"/>
                </a:solidFill>
                <a:latin typeface="Tahoma" panose="020B0604030504040204"/>
                <a:cs typeface="Tahoma" panose="020B0604030504040204"/>
              </a:rPr>
              <a:t>Sentiment polarity</a:t>
            </a:r>
            <a:r>
              <a:rPr sz="1650" b="1" spc="-95" dirty="0">
                <a:solidFill>
                  <a:srgbClr val="E5E0DF"/>
                </a:solidFill>
                <a:latin typeface="Tahoma" panose="020B0604030504040204"/>
                <a:cs typeface="Tahoma" panose="020B0604030504040204"/>
              </a:rPr>
              <a:t> </a:t>
            </a:r>
            <a:r>
              <a:rPr sz="1650" b="1" dirty="0">
                <a:solidFill>
                  <a:srgbClr val="E5E0DF"/>
                </a:solidFill>
                <a:latin typeface="Tahoma" panose="020B0604030504040204"/>
                <a:cs typeface="Tahoma" panose="020B0604030504040204"/>
              </a:rPr>
              <a:t>and</a:t>
            </a:r>
            <a:r>
              <a:rPr sz="1650" b="1" spc="-95" dirty="0">
                <a:solidFill>
                  <a:srgbClr val="E5E0DF"/>
                </a:solidFill>
                <a:latin typeface="Tahoma" panose="020B0604030504040204"/>
                <a:cs typeface="Tahoma" panose="020B0604030504040204"/>
              </a:rPr>
              <a:t> </a:t>
            </a:r>
            <a:r>
              <a:rPr sz="1650" b="1" spc="-10" dirty="0">
                <a:solidFill>
                  <a:srgbClr val="E5E0DF"/>
                </a:solidFill>
                <a:latin typeface="Tahoma" panose="020B0604030504040204"/>
                <a:cs typeface="Tahoma" panose="020B0604030504040204"/>
              </a:rPr>
              <a:t>subjectivity analysis.</a:t>
            </a:r>
            <a:endParaRPr sz="1650">
              <a:latin typeface="Tahoma" panose="020B0604030504040204"/>
              <a:cs typeface="Tahoma" panose="020B0604030504040204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587375" y="1825625"/>
            <a:ext cx="3781425" cy="53975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dirty="0"/>
              <a:t>Technology</a:t>
            </a:r>
            <a:r>
              <a:rPr spc="-229" dirty="0"/>
              <a:t> </a:t>
            </a:r>
            <a:r>
              <a:rPr spc="-10" dirty="0"/>
              <a:t>Stack</a:t>
            </a:r>
            <a:endParaRPr spc="-10" dirty="0"/>
          </a:p>
        </p:txBody>
      </p:sp>
      <p:sp>
        <p:nvSpPr>
          <p:cNvPr id="4" name="object 4"/>
          <p:cNvSpPr/>
          <p:nvPr/>
        </p:nvSpPr>
        <p:spPr>
          <a:xfrm>
            <a:off x="581025" y="2638425"/>
            <a:ext cx="10267950" cy="38100"/>
          </a:xfrm>
          <a:custGeom>
            <a:avLst/>
            <a:gdLst/>
            <a:ahLst/>
            <a:cxnLst/>
            <a:rect l="l" t="t" r="r" b="b"/>
            <a:pathLst>
              <a:path w="10267950" h="38100">
                <a:moveTo>
                  <a:pt x="2438400" y="0"/>
                </a:moveTo>
                <a:lnTo>
                  <a:pt x="0" y="0"/>
                </a:lnTo>
                <a:lnTo>
                  <a:pt x="0" y="38100"/>
                </a:lnTo>
                <a:lnTo>
                  <a:pt x="2438400" y="38100"/>
                </a:lnTo>
                <a:lnTo>
                  <a:pt x="2438400" y="0"/>
                </a:lnTo>
                <a:close/>
              </a:path>
              <a:path w="10267950" h="38100">
                <a:moveTo>
                  <a:pt x="5048250" y="0"/>
                </a:moveTo>
                <a:lnTo>
                  <a:pt x="2609850" y="0"/>
                </a:lnTo>
                <a:lnTo>
                  <a:pt x="2609850" y="38100"/>
                </a:lnTo>
                <a:lnTo>
                  <a:pt x="5048250" y="38100"/>
                </a:lnTo>
                <a:lnTo>
                  <a:pt x="5048250" y="0"/>
                </a:lnTo>
                <a:close/>
              </a:path>
              <a:path w="10267950" h="38100">
                <a:moveTo>
                  <a:pt x="7658100" y="0"/>
                </a:moveTo>
                <a:lnTo>
                  <a:pt x="5219700" y="0"/>
                </a:lnTo>
                <a:lnTo>
                  <a:pt x="5219700" y="38100"/>
                </a:lnTo>
                <a:lnTo>
                  <a:pt x="7658100" y="38100"/>
                </a:lnTo>
                <a:lnTo>
                  <a:pt x="7658100" y="0"/>
                </a:lnTo>
                <a:close/>
              </a:path>
              <a:path w="10267950" h="38100">
                <a:moveTo>
                  <a:pt x="10267950" y="0"/>
                </a:moveTo>
                <a:lnTo>
                  <a:pt x="7829550" y="0"/>
                </a:lnTo>
                <a:lnTo>
                  <a:pt x="7829550" y="38100"/>
                </a:lnTo>
                <a:lnTo>
                  <a:pt x="10267950" y="38100"/>
                </a:lnTo>
                <a:lnTo>
                  <a:pt x="10267950" y="0"/>
                </a:lnTo>
                <a:close/>
              </a:path>
            </a:pathLst>
          </a:custGeom>
          <a:solidFill>
            <a:srgbClr val="4D4D4D"/>
          </a:solidFill>
        </p:spPr>
        <p:txBody>
          <a:bodyPr wrap="square" lIns="0" tIns="0" rIns="0" bIns="0" rtlCol="0"/>
          <a:lstStyle/>
          <a:p/>
        </p:txBody>
      </p:sp>
      <p:sp>
        <p:nvSpPr>
          <p:cNvPr id="6" name="object 6"/>
          <p:cNvSpPr txBox="1"/>
          <p:nvPr/>
        </p:nvSpPr>
        <p:spPr>
          <a:xfrm>
            <a:off x="587375" y="2830512"/>
            <a:ext cx="1440180" cy="893444"/>
          </a:xfrm>
          <a:prstGeom prst="rect">
            <a:avLst/>
          </a:prstGeom>
        </p:spPr>
        <p:txBody>
          <a:bodyPr vert="horz" wrap="square" lIns="0" tIns="1905" rIns="0" bIns="0" rtlCol="0">
            <a:spAutoFit/>
          </a:bodyPr>
          <a:lstStyle/>
          <a:p>
            <a:pPr marL="12700" marR="5080">
              <a:lnSpc>
                <a:spcPct val="106000"/>
              </a:lnSpc>
              <a:spcBef>
                <a:spcPts val="15"/>
              </a:spcBef>
            </a:pPr>
            <a:r>
              <a:rPr sz="1650" b="1" spc="-25" dirty="0">
                <a:solidFill>
                  <a:srgbClr val="E5E0DF"/>
                </a:solidFill>
                <a:latin typeface="Tahoma" panose="020B0604030504040204"/>
                <a:cs typeface="Tahoma" panose="020B0604030504040204"/>
              </a:rPr>
              <a:t>Programming </a:t>
            </a:r>
            <a:r>
              <a:rPr sz="1650" b="1" spc="-10" dirty="0">
                <a:solidFill>
                  <a:srgbClr val="E5E0DF"/>
                </a:solidFill>
                <a:latin typeface="Tahoma" panose="020B0604030504040204"/>
                <a:cs typeface="Tahoma" panose="020B0604030504040204"/>
              </a:rPr>
              <a:t>Language:</a:t>
            </a:r>
            <a:endParaRPr sz="1650">
              <a:latin typeface="Tahoma" panose="020B0604030504040204"/>
              <a:cs typeface="Tahoma" panose="020B0604030504040204"/>
            </a:endParaRPr>
          </a:p>
          <a:p>
            <a:pPr marL="12700">
              <a:lnSpc>
                <a:spcPct val="100000"/>
              </a:lnSpc>
              <a:spcBef>
                <a:spcPts val="1095"/>
              </a:spcBef>
            </a:pPr>
            <a:r>
              <a:rPr sz="1350" b="1" spc="-10" dirty="0">
                <a:solidFill>
                  <a:srgbClr val="E5E0DF"/>
                </a:solidFill>
                <a:latin typeface="Tahoma" panose="020B0604030504040204"/>
                <a:cs typeface="Tahoma" panose="020B0604030504040204"/>
              </a:rPr>
              <a:t>Python</a:t>
            </a:r>
            <a:endParaRPr sz="1350">
              <a:latin typeface="Tahoma" panose="020B0604030504040204"/>
              <a:cs typeface="Tahoma" panose="020B0604030504040204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3198418" y="2830512"/>
            <a:ext cx="1408430" cy="62674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1650" b="1" spc="-10" dirty="0">
                <a:solidFill>
                  <a:srgbClr val="E5E0DF"/>
                </a:solidFill>
                <a:latin typeface="Tahoma" panose="020B0604030504040204"/>
                <a:cs typeface="Tahoma" panose="020B0604030504040204"/>
              </a:rPr>
              <a:t>Framework:</a:t>
            </a:r>
            <a:endParaRPr sz="1650">
              <a:latin typeface="Tahoma" panose="020B0604030504040204"/>
              <a:cs typeface="Tahoma" panose="020B0604030504040204"/>
            </a:endParaRPr>
          </a:p>
          <a:p>
            <a:pPr marL="12700">
              <a:lnSpc>
                <a:spcPct val="100000"/>
              </a:lnSpc>
              <a:spcBef>
                <a:spcPts val="1095"/>
              </a:spcBef>
            </a:pPr>
            <a:r>
              <a:rPr sz="1350" b="1" spc="-50" dirty="0">
                <a:solidFill>
                  <a:srgbClr val="E5E0DF"/>
                </a:solidFill>
                <a:latin typeface="Tahoma" panose="020B0604030504040204"/>
                <a:cs typeface="Tahoma" panose="020B0604030504040204"/>
              </a:rPr>
              <a:t>Streamlit</a:t>
            </a:r>
            <a:r>
              <a:rPr sz="1350" b="1" spc="-60" dirty="0">
                <a:solidFill>
                  <a:srgbClr val="E5E0DF"/>
                </a:solidFill>
                <a:latin typeface="Tahoma" panose="020B0604030504040204"/>
                <a:cs typeface="Tahoma" panose="020B0604030504040204"/>
              </a:rPr>
              <a:t> </a:t>
            </a:r>
            <a:r>
              <a:rPr sz="1350" b="1" spc="-50" dirty="0">
                <a:solidFill>
                  <a:srgbClr val="E5E0DF"/>
                </a:solidFill>
                <a:latin typeface="Tahoma" panose="020B0604030504040204"/>
                <a:cs typeface="Tahoma" panose="020B0604030504040204"/>
              </a:rPr>
              <a:t>(for</a:t>
            </a:r>
            <a:r>
              <a:rPr sz="1350" b="1" spc="-55" dirty="0">
                <a:solidFill>
                  <a:srgbClr val="E5E0DF"/>
                </a:solidFill>
                <a:latin typeface="Tahoma" panose="020B0604030504040204"/>
                <a:cs typeface="Tahoma" panose="020B0604030504040204"/>
              </a:rPr>
              <a:t> </a:t>
            </a:r>
            <a:r>
              <a:rPr sz="1350" b="1" spc="-75" dirty="0">
                <a:solidFill>
                  <a:srgbClr val="E5E0DF"/>
                </a:solidFill>
                <a:latin typeface="Tahoma" panose="020B0604030504040204"/>
                <a:cs typeface="Tahoma" panose="020B0604030504040204"/>
              </a:rPr>
              <a:t>UI)</a:t>
            </a:r>
            <a:endParaRPr sz="1350">
              <a:latin typeface="Tahoma" panose="020B0604030504040204"/>
              <a:cs typeface="Tahoma" panose="020B0604030504040204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5809462" y="2830512"/>
            <a:ext cx="1938655" cy="62674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1650" b="1" dirty="0">
                <a:solidFill>
                  <a:srgbClr val="E5E0DF"/>
                </a:solidFill>
                <a:latin typeface="Tahoma" panose="020B0604030504040204"/>
                <a:cs typeface="Tahoma" panose="020B0604030504040204"/>
              </a:rPr>
              <a:t>Audio</a:t>
            </a:r>
            <a:r>
              <a:rPr sz="1650" b="1" spc="-15" dirty="0">
                <a:solidFill>
                  <a:srgbClr val="E5E0DF"/>
                </a:solidFill>
                <a:latin typeface="Tahoma" panose="020B0604030504040204"/>
                <a:cs typeface="Tahoma" panose="020B0604030504040204"/>
              </a:rPr>
              <a:t> </a:t>
            </a:r>
            <a:r>
              <a:rPr sz="1650" b="1" spc="-10" dirty="0">
                <a:solidFill>
                  <a:srgbClr val="E5E0DF"/>
                </a:solidFill>
                <a:latin typeface="Tahoma" panose="020B0604030504040204"/>
                <a:cs typeface="Tahoma" panose="020B0604030504040204"/>
              </a:rPr>
              <a:t>Processing:</a:t>
            </a:r>
            <a:endParaRPr sz="1650">
              <a:latin typeface="Tahoma" panose="020B0604030504040204"/>
              <a:cs typeface="Tahoma" panose="020B0604030504040204"/>
            </a:endParaRPr>
          </a:p>
          <a:p>
            <a:pPr marL="12700">
              <a:lnSpc>
                <a:spcPct val="100000"/>
              </a:lnSpc>
              <a:spcBef>
                <a:spcPts val="1095"/>
              </a:spcBef>
            </a:pPr>
            <a:r>
              <a:rPr sz="1350" b="1" spc="-10" dirty="0">
                <a:solidFill>
                  <a:srgbClr val="E5E0DF"/>
                </a:solidFill>
                <a:latin typeface="Tahoma" panose="020B0604030504040204"/>
                <a:cs typeface="Tahoma" panose="020B0604030504040204"/>
              </a:rPr>
              <a:t>Librosa</a:t>
            </a:r>
            <a:endParaRPr sz="1350">
              <a:latin typeface="Tahoma" panose="020B0604030504040204"/>
              <a:cs typeface="Tahoma" panose="020B0604030504040204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8420493" y="2830512"/>
            <a:ext cx="2026285" cy="902969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1650" b="1" dirty="0">
                <a:solidFill>
                  <a:srgbClr val="E5E0DF"/>
                </a:solidFill>
                <a:latin typeface="Tahoma" panose="020B0604030504040204"/>
                <a:cs typeface="Tahoma" panose="020B0604030504040204"/>
              </a:rPr>
              <a:t>NLP</a:t>
            </a:r>
            <a:r>
              <a:rPr sz="1650" b="1" spc="-85" dirty="0">
                <a:solidFill>
                  <a:srgbClr val="E5E0DF"/>
                </a:solidFill>
                <a:latin typeface="Tahoma" panose="020B0604030504040204"/>
                <a:cs typeface="Tahoma" panose="020B0604030504040204"/>
              </a:rPr>
              <a:t> </a:t>
            </a:r>
            <a:r>
              <a:rPr sz="1650" b="1" spc="-10" dirty="0">
                <a:solidFill>
                  <a:srgbClr val="E5E0DF"/>
                </a:solidFill>
                <a:latin typeface="Tahoma" panose="020B0604030504040204"/>
                <a:cs typeface="Tahoma" panose="020B0604030504040204"/>
              </a:rPr>
              <a:t>Libraries:</a:t>
            </a:r>
            <a:endParaRPr sz="1650">
              <a:latin typeface="Tahoma" panose="020B0604030504040204"/>
              <a:cs typeface="Tahoma" panose="020B0604030504040204"/>
            </a:endParaRPr>
          </a:p>
          <a:p>
            <a:pPr marL="12700" marR="5080">
              <a:lnSpc>
                <a:spcPct val="134000"/>
              </a:lnSpc>
              <a:spcBef>
                <a:spcPts val="540"/>
              </a:spcBef>
            </a:pPr>
            <a:r>
              <a:rPr sz="1350" b="1" spc="-10" dirty="0">
                <a:solidFill>
                  <a:srgbClr val="E5E0DF"/>
                </a:solidFill>
                <a:latin typeface="Tahoma" panose="020B0604030504040204"/>
                <a:cs typeface="Tahoma" panose="020B0604030504040204"/>
              </a:rPr>
              <a:t>NLTK,</a:t>
            </a:r>
            <a:r>
              <a:rPr sz="1350" b="1" spc="-45" dirty="0">
                <a:solidFill>
                  <a:srgbClr val="E5E0DF"/>
                </a:solidFill>
                <a:latin typeface="Tahoma" panose="020B0604030504040204"/>
                <a:cs typeface="Tahoma" panose="020B0604030504040204"/>
              </a:rPr>
              <a:t> </a:t>
            </a:r>
            <a:r>
              <a:rPr sz="1350" b="1" spc="-25" dirty="0">
                <a:solidFill>
                  <a:srgbClr val="E5E0DF"/>
                </a:solidFill>
                <a:latin typeface="Tahoma" panose="020B0604030504040204"/>
                <a:cs typeface="Tahoma" panose="020B0604030504040204"/>
              </a:rPr>
              <a:t>scikit-</a:t>
            </a:r>
            <a:r>
              <a:rPr sz="1350" b="1" spc="-10" dirty="0">
                <a:solidFill>
                  <a:srgbClr val="E5E0DF"/>
                </a:solidFill>
                <a:latin typeface="Tahoma" panose="020B0604030504040204"/>
                <a:cs typeface="Tahoma" panose="020B0604030504040204"/>
              </a:rPr>
              <a:t>learn, </a:t>
            </a:r>
            <a:r>
              <a:rPr sz="1350" b="1" spc="-20" dirty="0">
                <a:solidFill>
                  <a:srgbClr val="E5E0DF"/>
                </a:solidFill>
                <a:latin typeface="Tahoma" panose="020B0604030504040204"/>
                <a:cs typeface="Tahoma" panose="020B0604030504040204"/>
              </a:rPr>
              <a:t>Sentence-Transformers</a:t>
            </a:r>
            <a:endParaRPr sz="1350">
              <a:latin typeface="Tahoma" panose="020B0604030504040204"/>
              <a:cs typeface="Tahoma" panose="020B0604030504040204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8420493" y="3887787"/>
            <a:ext cx="1905000" cy="66484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1650" b="1" spc="-10" dirty="0">
                <a:solidFill>
                  <a:srgbClr val="E5E0DF"/>
                </a:solidFill>
                <a:latin typeface="Tahoma" panose="020B0604030504040204"/>
                <a:cs typeface="Tahoma" panose="020B0604030504040204"/>
              </a:rPr>
              <a:t>Visualization:</a:t>
            </a:r>
            <a:endParaRPr sz="1650">
              <a:latin typeface="Tahoma" panose="020B0604030504040204"/>
              <a:cs typeface="Tahoma" panose="020B0604030504040204"/>
            </a:endParaRPr>
          </a:p>
          <a:p>
            <a:pPr marL="12700">
              <a:lnSpc>
                <a:spcPct val="100000"/>
              </a:lnSpc>
              <a:spcBef>
                <a:spcPts val="1395"/>
              </a:spcBef>
            </a:pPr>
            <a:r>
              <a:rPr sz="1350" b="1" spc="-35" dirty="0">
                <a:solidFill>
                  <a:srgbClr val="E5E0DF"/>
                </a:solidFill>
                <a:latin typeface="Tahoma" panose="020B0604030504040204"/>
                <a:cs typeface="Tahoma" panose="020B0604030504040204"/>
              </a:rPr>
              <a:t>Matplotlib,</a:t>
            </a:r>
            <a:r>
              <a:rPr sz="1350" b="1" spc="-60" dirty="0">
                <a:solidFill>
                  <a:srgbClr val="E5E0DF"/>
                </a:solidFill>
                <a:latin typeface="Tahoma" panose="020B0604030504040204"/>
                <a:cs typeface="Tahoma" panose="020B0604030504040204"/>
              </a:rPr>
              <a:t> </a:t>
            </a:r>
            <a:r>
              <a:rPr sz="1350" b="1" spc="-10" dirty="0">
                <a:solidFill>
                  <a:srgbClr val="E5E0DF"/>
                </a:solidFill>
                <a:latin typeface="Tahoma" panose="020B0604030504040204"/>
                <a:cs typeface="Tahoma" panose="020B0604030504040204"/>
              </a:rPr>
              <a:t>WordCloud</a:t>
            </a:r>
            <a:endParaRPr sz="1350">
              <a:latin typeface="Tahoma" panose="020B0604030504040204"/>
              <a:cs typeface="Tahoma" panose="020B0604030504040204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0"/>
            <a:ext cx="10978515" cy="6440805"/>
          </a:xfrm>
          <a:custGeom>
            <a:avLst/>
            <a:gdLst/>
            <a:ahLst/>
            <a:cxnLst/>
            <a:rect l="l" t="t" r="r" b="b"/>
            <a:pathLst>
              <a:path w="10978515" h="6440805">
                <a:moveTo>
                  <a:pt x="10977995" y="0"/>
                </a:moveTo>
                <a:lnTo>
                  <a:pt x="0" y="0"/>
                </a:lnTo>
                <a:lnTo>
                  <a:pt x="0" y="6440424"/>
                </a:lnTo>
                <a:lnTo>
                  <a:pt x="10977995" y="6440424"/>
                </a:lnTo>
                <a:lnTo>
                  <a:pt x="10977995" y="0"/>
                </a:lnTo>
                <a:close/>
              </a:path>
            </a:pathLst>
          </a:custGeom>
          <a:solidFill>
            <a:srgbClr val="040404"/>
          </a:solidFill>
        </p:spPr>
        <p:txBody>
          <a:bodyPr wrap="square" lIns="0" tIns="0" rIns="0" bIns="0" rtlCol="0"/>
          <a:lstStyle/>
          <a:p/>
        </p:txBody>
      </p:sp>
      <p:pic>
        <p:nvPicPr>
          <p:cNvPr id="4" name="object 4"/>
          <p:cNvPicPr/>
          <p:nvPr/>
        </p:nvPicPr>
        <p:blipFill>
          <a:blip r:embed="rId1" cstate="print"/>
          <a:stretch>
            <a:fillRect/>
          </a:stretch>
        </p:blipFill>
        <p:spPr>
          <a:xfrm>
            <a:off x="7382510" y="210185"/>
            <a:ext cx="3074035" cy="6028690"/>
          </a:xfrm>
          <a:prstGeom prst="rect">
            <a:avLst/>
          </a:prstGeom>
        </p:spPr>
      </p:pic>
      <p:sp>
        <p:nvSpPr>
          <p:cNvPr id="6" name="object 6"/>
          <p:cNvSpPr txBox="1">
            <a:spLocks noGrp="1"/>
          </p:cNvSpPr>
          <p:nvPr>
            <p:ph type="title"/>
          </p:nvPr>
        </p:nvSpPr>
        <p:spPr>
          <a:xfrm>
            <a:off x="563644" y="298343"/>
            <a:ext cx="5092700" cy="1035685"/>
          </a:xfrm>
          <a:prstGeom prst="rect">
            <a:avLst/>
          </a:prstGeom>
        </p:spPr>
        <p:txBody>
          <a:bodyPr vert="horz" wrap="square" lIns="0" tIns="14859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70"/>
              </a:spcBef>
            </a:pPr>
            <a:r>
              <a:rPr sz="3250" spc="-70" dirty="0"/>
              <a:t>Prototype</a:t>
            </a:r>
            <a:r>
              <a:rPr sz="3250" spc="-105" dirty="0"/>
              <a:t> </a:t>
            </a:r>
            <a:r>
              <a:rPr sz="3250" spc="-65" dirty="0"/>
              <a:t>Demonstration</a:t>
            </a:r>
            <a:endParaRPr sz="3250"/>
          </a:p>
          <a:p>
            <a:pPr marL="12700">
              <a:lnSpc>
                <a:spcPct val="100000"/>
              </a:lnSpc>
              <a:spcBef>
                <a:spcPts val="640"/>
              </a:spcBef>
            </a:pPr>
            <a:r>
              <a:rPr sz="1950" spc="-220" dirty="0"/>
              <a:t>UI</a:t>
            </a:r>
            <a:r>
              <a:rPr sz="1950" spc="-100" dirty="0"/>
              <a:t> </a:t>
            </a:r>
            <a:r>
              <a:rPr sz="1950" spc="-10" dirty="0"/>
              <a:t>Features:</a:t>
            </a:r>
            <a:endParaRPr sz="1950"/>
          </a:p>
        </p:txBody>
      </p:sp>
      <p:grpSp>
        <p:nvGrpSpPr>
          <p:cNvPr id="7" name="object 7"/>
          <p:cNvGrpSpPr/>
          <p:nvPr/>
        </p:nvGrpSpPr>
        <p:grpSpPr>
          <a:xfrm>
            <a:off x="576344" y="1591809"/>
            <a:ext cx="2787650" cy="1369695"/>
            <a:chOff x="576344" y="1591809"/>
            <a:chExt cx="2787650" cy="1369695"/>
          </a:xfrm>
        </p:grpSpPr>
        <p:sp>
          <p:nvSpPr>
            <p:cNvPr id="8" name="object 8"/>
            <p:cNvSpPr/>
            <p:nvPr/>
          </p:nvSpPr>
          <p:spPr>
            <a:xfrm>
              <a:off x="601121" y="1856179"/>
              <a:ext cx="2762885" cy="1105535"/>
            </a:xfrm>
            <a:custGeom>
              <a:avLst/>
              <a:gdLst/>
              <a:ahLst/>
              <a:cxnLst/>
              <a:rect l="l" t="t" r="r" b="b"/>
              <a:pathLst>
                <a:path w="2762885" h="1105535">
                  <a:moveTo>
                    <a:pt x="0" y="960502"/>
                  </a:moveTo>
                  <a:lnTo>
                    <a:pt x="18144" y="1002160"/>
                  </a:lnTo>
                  <a:lnTo>
                    <a:pt x="41663" y="1034972"/>
                  </a:lnTo>
                  <a:lnTo>
                    <a:pt x="71128" y="1062576"/>
                  </a:lnTo>
                  <a:lnTo>
                    <a:pt x="105409" y="1083898"/>
                  </a:lnTo>
                  <a:lnTo>
                    <a:pt x="143199" y="1098108"/>
                  </a:lnTo>
                  <a:lnTo>
                    <a:pt x="183032" y="1104695"/>
                  </a:lnTo>
                  <a:lnTo>
                    <a:pt x="189756" y="1105024"/>
                  </a:lnTo>
                  <a:lnTo>
                    <a:pt x="2563505" y="1105024"/>
                  </a:lnTo>
                  <a:lnTo>
                    <a:pt x="2603538" y="1099755"/>
                  </a:lnTo>
                  <a:lnTo>
                    <a:pt x="2641765" y="1086776"/>
                  </a:lnTo>
                  <a:lnTo>
                    <a:pt x="2654317" y="1080433"/>
                  </a:lnTo>
                  <a:lnTo>
                    <a:pt x="181060" y="1080433"/>
                  </a:lnTo>
                  <a:lnTo>
                    <a:pt x="171398" y="1080196"/>
                  </a:lnTo>
                  <a:lnTo>
                    <a:pt x="133257" y="1074539"/>
                  </a:lnTo>
                  <a:lnTo>
                    <a:pt x="96955" y="1061546"/>
                  </a:lnTo>
                  <a:lnTo>
                    <a:pt x="63881" y="1041717"/>
                  </a:lnTo>
                  <a:lnTo>
                    <a:pt x="35315" y="1015828"/>
                  </a:lnTo>
                  <a:lnTo>
                    <a:pt x="12347" y="984855"/>
                  </a:lnTo>
                  <a:lnTo>
                    <a:pt x="3257" y="967852"/>
                  </a:lnTo>
                  <a:lnTo>
                    <a:pt x="0" y="960502"/>
                  </a:lnTo>
                  <a:close/>
                </a:path>
                <a:path w="2762885" h="1105535">
                  <a:moveTo>
                    <a:pt x="2706310" y="0"/>
                  </a:moveTo>
                  <a:lnTo>
                    <a:pt x="2736396" y="39158"/>
                  </a:lnTo>
                  <a:lnTo>
                    <a:pt x="2738018" y="47331"/>
                  </a:lnTo>
                  <a:lnTo>
                    <a:pt x="2738018" y="883744"/>
                  </a:lnTo>
                  <a:lnTo>
                    <a:pt x="2734237" y="922119"/>
                  </a:lnTo>
                  <a:lnTo>
                    <a:pt x="2723051" y="959017"/>
                  </a:lnTo>
                  <a:lnTo>
                    <a:pt x="2704865" y="993024"/>
                  </a:lnTo>
                  <a:lnTo>
                    <a:pt x="2680408" y="1022823"/>
                  </a:lnTo>
                  <a:lnTo>
                    <a:pt x="2650609" y="1047280"/>
                  </a:lnTo>
                  <a:lnTo>
                    <a:pt x="2616601" y="1065467"/>
                  </a:lnTo>
                  <a:lnTo>
                    <a:pt x="2579703" y="1076652"/>
                  </a:lnTo>
                  <a:lnTo>
                    <a:pt x="2541329" y="1080433"/>
                  </a:lnTo>
                  <a:lnTo>
                    <a:pt x="2654317" y="1080433"/>
                  </a:lnTo>
                  <a:lnTo>
                    <a:pt x="2692557" y="1054013"/>
                  </a:lnTo>
                  <a:lnTo>
                    <a:pt x="2720161" y="1024555"/>
                  </a:lnTo>
                  <a:lnTo>
                    <a:pt x="2741482" y="990267"/>
                  </a:lnTo>
                  <a:lnTo>
                    <a:pt x="2755693" y="952479"/>
                  </a:lnTo>
                  <a:lnTo>
                    <a:pt x="2762279" y="912653"/>
                  </a:lnTo>
                  <a:lnTo>
                    <a:pt x="2762609" y="905920"/>
                  </a:lnTo>
                  <a:lnTo>
                    <a:pt x="2762609" y="66445"/>
                  </a:lnTo>
                  <a:lnTo>
                    <a:pt x="2747606" y="26607"/>
                  </a:lnTo>
                  <a:lnTo>
                    <a:pt x="2712988" y="1797"/>
                  </a:lnTo>
                  <a:lnTo>
                    <a:pt x="2708414" y="418"/>
                  </a:lnTo>
                  <a:lnTo>
                    <a:pt x="2706310" y="0"/>
                  </a:lnTo>
                  <a:close/>
                </a:path>
              </a:pathLst>
            </a:custGeom>
            <a:solidFill>
              <a:srgbClr val="4D4D4D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9" name="object 9"/>
            <p:cNvSpPr/>
            <p:nvPr/>
          </p:nvSpPr>
          <p:spPr>
            <a:xfrm>
              <a:off x="585493" y="1838814"/>
              <a:ext cx="2753995" cy="1097915"/>
            </a:xfrm>
            <a:custGeom>
              <a:avLst/>
              <a:gdLst/>
              <a:ahLst/>
              <a:cxnLst/>
              <a:rect l="l" t="t" r="r" b="b"/>
              <a:pathLst>
                <a:path w="2753995" h="1097914">
                  <a:moveTo>
                    <a:pt x="2693817" y="0"/>
                  </a:moveTo>
                  <a:lnTo>
                    <a:pt x="59836" y="0"/>
                  </a:lnTo>
                  <a:lnTo>
                    <a:pt x="55671" y="463"/>
                  </a:lnTo>
                  <a:lnTo>
                    <a:pt x="21727" y="18040"/>
                  </a:lnTo>
                  <a:lnTo>
                    <a:pt x="2049" y="54194"/>
                  </a:lnTo>
                  <a:lnTo>
                    <a:pt x="0" y="68380"/>
                  </a:lnTo>
                  <a:lnTo>
                    <a:pt x="0" y="901110"/>
                  </a:lnTo>
                  <a:lnTo>
                    <a:pt x="0" y="907550"/>
                  </a:lnTo>
                  <a:lnTo>
                    <a:pt x="5036" y="945803"/>
                  </a:lnTo>
                  <a:lnTo>
                    <a:pt x="17439" y="982335"/>
                  </a:lnTo>
                  <a:lnTo>
                    <a:pt x="36726" y="1015745"/>
                  </a:lnTo>
                  <a:lnTo>
                    <a:pt x="62165" y="1044739"/>
                  </a:lnTo>
                  <a:lnTo>
                    <a:pt x="92770" y="1068232"/>
                  </a:lnTo>
                  <a:lnTo>
                    <a:pt x="127371" y="1085296"/>
                  </a:lnTo>
                  <a:lnTo>
                    <a:pt x="164637" y="1095274"/>
                  </a:lnTo>
                  <a:lnTo>
                    <a:pt x="190247" y="1097799"/>
                  </a:lnTo>
                  <a:lnTo>
                    <a:pt x="2563398" y="1097799"/>
                  </a:lnTo>
                  <a:lnTo>
                    <a:pt x="2601650" y="1092761"/>
                  </a:lnTo>
                  <a:lnTo>
                    <a:pt x="2638183" y="1080356"/>
                  </a:lnTo>
                  <a:lnTo>
                    <a:pt x="2671592" y="1061072"/>
                  </a:lnTo>
                  <a:lnTo>
                    <a:pt x="2700586" y="1035639"/>
                  </a:lnTo>
                  <a:lnTo>
                    <a:pt x="2724079" y="1005035"/>
                  </a:lnTo>
                  <a:lnTo>
                    <a:pt x="2741144" y="970430"/>
                  </a:lnTo>
                  <a:lnTo>
                    <a:pt x="2751122" y="933166"/>
                  </a:lnTo>
                  <a:lnTo>
                    <a:pt x="2753647" y="907550"/>
                  </a:lnTo>
                  <a:lnTo>
                    <a:pt x="2753647" y="68380"/>
                  </a:lnTo>
                  <a:lnTo>
                    <a:pt x="2740522" y="28530"/>
                  </a:lnTo>
                  <a:lnTo>
                    <a:pt x="2710235" y="3732"/>
                  </a:lnTo>
                  <a:lnTo>
                    <a:pt x="2697976" y="463"/>
                  </a:lnTo>
                  <a:lnTo>
                    <a:pt x="2693817" y="0"/>
                  </a:lnTo>
                  <a:close/>
                </a:path>
              </a:pathLst>
            </a:custGeom>
            <a:solidFill>
              <a:srgbClr val="040404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0" name="object 10"/>
            <p:cNvSpPr/>
            <p:nvPr/>
          </p:nvSpPr>
          <p:spPr>
            <a:xfrm>
              <a:off x="576338" y="1591817"/>
              <a:ext cx="2772410" cy="1354455"/>
            </a:xfrm>
            <a:custGeom>
              <a:avLst/>
              <a:gdLst/>
              <a:ahLst/>
              <a:cxnLst/>
              <a:rect l="l" t="t" r="r" b="b"/>
              <a:pathLst>
                <a:path w="2772410" h="1354455">
                  <a:moveTo>
                    <a:pt x="2771940" y="297091"/>
                  </a:moveTo>
                  <a:lnTo>
                    <a:pt x="2756941" y="257238"/>
                  </a:lnTo>
                  <a:lnTo>
                    <a:pt x="2753652" y="253288"/>
                  </a:lnTo>
                  <a:lnTo>
                    <a:pt x="2753652" y="320192"/>
                  </a:lnTo>
                  <a:lnTo>
                    <a:pt x="2753652" y="1148118"/>
                  </a:lnTo>
                  <a:lnTo>
                    <a:pt x="2745613" y="1202474"/>
                  </a:lnTo>
                  <a:lnTo>
                    <a:pt x="2722067" y="1252321"/>
                  </a:lnTo>
                  <a:lnTo>
                    <a:pt x="2685021" y="1293152"/>
                  </a:lnTo>
                  <a:lnTo>
                    <a:pt x="2637879" y="1321384"/>
                  </a:lnTo>
                  <a:lnTo>
                    <a:pt x="2584577" y="1334757"/>
                  </a:lnTo>
                  <a:lnTo>
                    <a:pt x="2566111" y="1335659"/>
                  </a:lnTo>
                  <a:lnTo>
                    <a:pt x="205841" y="1335659"/>
                  </a:lnTo>
                  <a:lnTo>
                    <a:pt x="151485" y="1327619"/>
                  </a:lnTo>
                  <a:lnTo>
                    <a:pt x="101625" y="1304074"/>
                  </a:lnTo>
                  <a:lnTo>
                    <a:pt x="73228" y="1280731"/>
                  </a:lnTo>
                  <a:lnTo>
                    <a:pt x="60794" y="1267028"/>
                  </a:lnTo>
                  <a:lnTo>
                    <a:pt x="49872" y="1252321"/>
                  </a:lnTo>
                  <a:lnTo>
                    <a:pt x="26327" y="1202474"/>
                  </a:lnTo>
                  <a:lnTo>
                    <a:pt x="18300" y="1148118"/>
                  </a:lnTo>
                  <a:lnTo>
                    <a:pt x="18300" y="320192"/>
                  </a:lnTo>
                  <a:lnTo>
                    <a:pt x="18554" y="312978"/>
                  </a:lnTo>
                  <a:lnTo>
                    <a:pt x="19342" y="305904"/>
                  </a:lnTo>
                  <a:lnTo>
                    <a:pt x="20091" y="301891"/>
                  </a:lnTo>
                  <a:lnTo>
                    <a:pt x="1149604" y="301891"/>
                  </a:lnTo>
                  <a:lnTo>
                    <a:pt x="1149858" y="303123"/>
                  </a:lnTo>
                  <a:lnTo>
                    <a:pt x="1151826" y="310972"/>
                  </a:lnTo>
                  <a:lnTo>
                    <a:pt x="1165440" y="348996"/>
                  </a:lnTo>
                  <a:lnTo>
                    <a:pt x="1189659" y="390956"/>
                  </a:lnTo>
                  <a:lnTo>
                    <a:pt x="1221613" y="427380"/>
                  </a:lnTo>
                  <a:lnTo>
                    <a:pt x="1260043" y="456882"/>
                  </a:lnTo>
                  <a:lnTo>
                    <a:pt x="1303489" y="478294"/>
                  </a:lnTo>
                  <a:lnTo>
                    <a:pt x="1350289" y="490842"/>
                  </a:lnTo>
                  <a:lnTo>
                    <a:pt x="1382458" y="494004"/>
                  </a:lnTo>
                  <a:lnTo>
                    <a:pt x="1398638" y="494004"/>
                  </a:lnTo>
                  <a:lnTo>
                    <a:pt x="1446669" y="487692"/>
                  </a:lnTo>
                  <a:lnTo>
                    <a:pt x="1492542" y="472109"/>
                  </a:lnTo>
                  <a:lnTo>
                    <a:pt x="1534502" y="447890"/>
                  </a:lnTo>
                  <a:lnTo>
                    <a:pt x="1570926" y="415937"/>
                  </a:lnTo>
                  <a:lnTo>
                    <a:pt x="1600415" y="377507"/>
                  </a:lnTo>
                  <a:lnTo>
                    <a:pt x="1621853" y="334060"/>
                  </a:lnTo>
                  <a:lnTo>
                    <a:pt x="1631467" y="301891"/>
                  </a:lnTo>
                  <a:lnTo>
                    <a:pt x="2751836" y="301891"/>
                  </a:lnTo>
                  <a:lnTo>
                    <a:pt x="2752598" y="305904"/>
                  </a:lnTo>
                  <a:lnTo>
                    <a:pt x="2753385" y="312978"/>
                  </a:lnTo>
                  <a:lnTo>
                    <a:pt x="2753652" y="320192"/>
                  </a:lnTo>
                  <a:lnTo>
                    <a:pt x="2753652" y="253288"/>
                  </a:lnTo>
                  <a:lnTo>
                    <a:pt x="2717749" y="231051"/>
                  </a:lnTo>
                  <a:lnTo>
                    <a:pt x="2703563" y="228701"/>
                  </a:lnTo>
                  <a:lnTo>
                    <a:pt x="1636941" y="228701"/>
                  </a:lnTo>
                  <a:lnTo>
                    <a:pt x="1635569" y="214744"/>
                  </a:lnTo>
                  <a:lnTo>
                    <a:pt x="1624571" y="167563"/>
                  </a:lnTo>
                  <a:lnTo>
                    <a:pt x="1604568" y="123431"/>
                  </a:lnTo>
                  <a:lnTo>
                    <a:pt x="1576349" y="84048"/>
                  </a:lnTo>
                  <a:lnTo>
                    <a:pt x="1540992" y="50939"/>
                  </a:lnTo>
                  <a:lnTo>
                    <a:pt x="1499844" y="25361"/>
                  </a:lnTo>
                  <a:lnTo>
                    <a:pt x="1454505" y="8280"/>
                  </a:lnTo>
                  <a:lnTo>
                    <a:pt x="1406702" y="393"/>
                  </a:lnTo>
                  <a:lnTo>
                    <a:pt x="1398638" y="0"/>
                  </a:lnTo>
                  <a:lnTo>
                    <a:pt x="1382458" y="0"/>
                  </a:lnTo>
                  <a:lnTo>
                    <a:pt x="1334427" y="6311"/>
                  </a:lnTo>
                  <a:lnTo>
                    <a:pt x="1288542" y="21894"/>
                  </a:lnTo>
                  <a:lnTo>
                    <a:pt x="1246593" y="46113"/>
                  </a:lnTo>
                  <a:lnTo>
                    <a:pt x="1210170" y="78066"/>
                  </a:lnTo>
                  <a:lnTo>
                    <a:pt x="1180668" y="116497"/>
                  </a:lnTo>
                  <a:lnTo>
                    <a:pt x="1159256" y="159943"/>
                  </a:lnTo>
                  <a:lnTo>
                    <a:pt x="1146708" y="206756"/>
                  </a:lnTo>
                  <a:lnTo>
                    <a:pt x="1144130" y="228701"/>
                  </a:lnTo>
                  <a:lnTo>
                    <a:pt x="68376" y="228701"/>
                  </a:lnTo>
                  <a:lnTo>
                    <a:pt x="28536" y="243713"/>
                  </a:lnTo>
                  <a:lnTo>
                    <a:pt x="3733" y="278320"/>
                  </a:lnTo>
                  <a:lnTo>
                    <a:pt x="0" y="297091"/>
                  </a:lnTo>
                  <a:lnTo>
                    <a:pt x="0" y="301891"/>
                  </a:lnTo>
                  <a:lnTo>
                    <a:pt x="2400" y="301891"/>
                  </a:lnTo>
                  <a:lnTo>
                    <a:pt x="1397" y="305904"/>
                  </a:lnTo>
                  <a:lnTo>
                    <a:pt x="342" y="312978"/>
                  </a:lnTo>
                  <a:lnTo>
                    <a:pt x="0" y="320192"/>
                  </a:lnTo>
                  <a:lnTo>
                    <a:pt x="0" y="1148118"/>
                  </a:lnTo>
                  <a:lnTo>
                    <a:pt x="3949" y="1188262"/>
                  </a:lnTo>
                  <a:lnTo>
                    <a:pt x="15671" y="1226883"/>
                  </a:lnTo>
                  <a:lnTo>
                    <a:pt x="34683" y="1262468"/>
                  </a:lnTo>
                  <a:lnTo>
                    <a:pt x="60286" y="1293660"/>
                  </a:lnTo>
                  <a:lnTo>
                    <a:pt x="91478" y="1319263"/>
                  </a:lnTo>
                  <a:lnTo>
                    <a:pt x="127063" y="1338275"/>
                  </a:lnTo>
                  <a:lnTo>
                    <a:pt x="165684" y="1349997"/>
                  </a:lnTo>
                  <a:lnTo>
                    <a:pt x="205841" y="1353947"/>
                  </a:lnTo>
                  <a:lnTo>
                    <a:pt x="2566111" y="1353947"/>
                  </a:lnTo>
                  <a:lnTo>
                    <a:pt x="2606256" y="1349997"/>
                  </a:lnTo>
                  <a:lnTo>
                    <a:pt x="2644876" y="1338275"/>
                  </a:lnTo>
                  <a:lnTo>
                    <a:pt x="2680462" y="1319263"/>
                  </a:lnTo>
                  <a:lnTo>
                    <a:pt x="2711183" y="1294104"/>
                  </a:lnTo>
                  <a:lnTo>
                    <a:pt x="2711653" y="1293660"/>
                  </a:lnTo>
                  <a:lnTo>
                    <a:pt x="2737256" y="1262468"/>
                  </a:lnTo>
                  <a:lnTo>
                    <a:pt x="2756281" y="1226883"/>
                  </a:lnTo>
                  <a:lnTo>
                    <a:pt x="2767990" y="1188262"/>
                  </a:lnTo>
                  <a:lnTo>
                    <a:pt x="2771940" y="1148118"/>
                  </a:lnTo>
                  <a:lnTo>
                    <a:pt x="2771940" y="320192"/>
                  </a:lnTo>
                  <a:lnTo>
                    <a:pt x="2771597" y="312978"/>
                  </a:lnTo>
                  <a:lnTo>
                    <a:pt x="2770555" y="305904"/>
                  </a:lnTo>
                  <a:lnTo>
                    <a:pt x="2769539" y="301891"/>
                  </a:lnTo>
                  <a:lnTo>
                    <a:pt x="2771940" y="301891"/>
                  </a:lnTo>
                  <a:lnTo>
                    <a:pt x="2771940" y="297091"/>
                  </a:lnTo>
                  <a:close/>
                </a:path>
              </a:pathLst>
            </a:custGeom>
            <a:solidFill>
              <a:srgbClr val="4D4D4D"/>
            </a:solidFill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11" name="object 11"/>
          <p:cNvSpPr txBox="1"/>
          <p:nvPr/>
        </p:nvSpPr>
        <p:spPr>
          <a:xfrm>
            <a:off x="1907021" y="1692548"/>
            <a:ext cx="111125" cy="26289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1550" b="1" spc="-380" dirty="0">
                <a:solidFill>
                  <a:srgbClr val="FFFFFF"/>
                </a:solidFill>
                <a:latin typeface="Tahoma" panose="020B0604030504040204"/>
                <a:cs typeface="Tahoma" panose="020B0604030504040204"/>
              </a:rPr>
              <a:t>1</a:t>
            </a:r>
            <a:endParaRPr sz="1550">
              <a:latin typeface="Tahoma" panose="020B0604030504040204"/>
              <a:cs typeface="Tahoma" panose="020B0604030504040204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746611" y="2233214"/>
            <a:ext cx="1997710" cy="528955"/>
          </a:xfrm>
          <a:prstGeom prst="rect">
            <a:avLst/>
          </a:prstGeom>
        </p:spPr>
        <p:txBody>
          <a:bodyPr vert="horz" wrap="square" lIns="0" tIns="3175" rIns="0" bIns="0" rtlCol="0">
            <a:spAutoFit/>
          </a:bodyPr>
          <a:lstStyle/>
          <a:p>
            <a:pPr marL="12700" marR="5080">
              <a:lnSpc>
                <a:spcPct val="105000"/>
              </a:lnSpc>
              <a:spcBef>
                <a:spcPts val="25"/>
              </a:spcBef>
            </a:pPr>
            <a:r>
              <a:rPr sz="1600" b="1" dirty="0">
                <a:solidFill>
                  <a:srgbClr val="E5E0DF"/>
                </a:solidFill>
                <a:latin typeface="Tahoma" panose="020B0604030504040204"/>
                <a:cs typeface="Tahoma" panose="020B0604030504040204"/>
              </a:rPr>
              <a:t>Audio</a:t>
            </a:r>
            <a:r>
              <a:rPr sz="1600" b="1" spc="-65" dirty="0">
                <a:solidFill>
                  <a:srgbClr val="E5E0DF"/>
                </a:solidFill>
                <a:latin typeface="Tahoma" panose="020B0604030504040204"/>
                <a:cs typeface="Tahoma" panose="020B0604030504040204"/>
              </a:rPr>
              <a:t> </a:t>
            </a:r>
            <a:r>
              <a:rPr sz="1600" b="1" spc="-20" dirty="0">
                <a:solidFill>
                  <a:srgbClr val="E5E0DF"/>
                </a:solidFill>
                <a:latin typeface="Tahoma" panose="020B0604030504040204"/>
                <a:cs typeface="Tahoma" panose="020B0604030504040204"/>
              </a:rPr>
              <a:t>upload</a:t>
            </a:r>
            <a:r>
              <a:rPr sz="1600" b="1" spc="-65" dirty="0">
                <a:solidFill>
                  <a:srgbClr val="E5E0DF"/>
                </a:solidFill>
                <a:latin typeface="Tahoma" panose="020B0604030504040204"/>
                <a:cs typeface="Tahoma" panose="020B0604030504040204"/>
              </a:rPr>
              <a:t> </a:t>
            </a:r>
            <a:r>
              <a:rPr sz="1600" b="1" spc="-25" dirty="0">
                <a:solidFill>
                  <a:srgbClr val="E5E0DF"/>
                </a:solidFill>
                <a:latin typeface="Tahoma" panose="020B0604030504040204"/>
                <a:cs typeface="Tahoma" panose="020B0604030504040204"/>
              </a:rPr>
              <a:t>and transcription</a:t>
            </a:r>
            <a:r>
              <a:rPr sz="1600" b="1" spc="-15" dirty="0">
                <a:solidFill>
                  <a:srgbClr val="E5E0DF"/>
                </a:solidFill>
                <a:latin typeface="Tahoma" panose="020B0604030504040204"/>
                <a:cs typeface="Tahoma" panose="020B0604030504040204"/>
              </a:rPr>
              <a:t> </a:t>
            </a:r>
            <a:r>
              <a:rPr sz="1600" b="1" spc="-10" dirty="0">
                <a:solidFill>
                  <a:srgbClr val="E5E0DF"/>
                </a:solidFill>
                <a:latin typeface="Tahoma" panose="020B0604030504040204"/>
                <a:cs typeface="Tahoma" panose="020B0604030504040204"/>
              </a:rPr>
              <a:t>panel.</a:t>
            </a:r>
            <a:endParaRPr sz="1600">
              <a:latin typeface="Tahoma" panose="020B0604030504040204"/>
              <a:cs typeface="Tahoma" panose="020B0604030504040204"/>
            </a:endParaRPr>
          </a:p>
        </p:txBody>
      </p:sp>
      <p:grpSp>
        <p:nvGrpSpPr>
          <p:cNvPr id="13" name="object 13"/>
          <p:cNvGrpSpPr/>
          <p:nvPr/>
        </p:nvGrpSpPr>
        <p:grpSpPr>
          <a:xfrm>
            <a:off x="3512958" y="1591809"/>
            <a:ext cx="2787650" cy="1369695"/>
            <a:chOff x="3512958" y="1591809"/>
            <a:chExt cx="2787650" cy="1369695"/>
          </a:xfrm>
        </p:grpSpPr>
        <p:sp>
          <p:nvSpPr>
            <p:cNvPr id="14" name="object 14"/>
            <p:cNvSpPr/>
            <p:nvPr/>
          </p:nvSpPr>
          <p:spPr>
            <a:xfrm>
              <a:off x="3537740" y="1856179"/>
              <a:ext cx="2762885" cy="1105535"/>
            </a:xfrm>
            <a:custGeom>
              <a:avLst/>
              <a:gdLst/>
              <a:ahLst/>
              <a:cxnLst/>
              <a:rect l="l" t="t" r="r" b="b"/>
              <a:pathLst>
                <a:path w="2762885" h="1105535">
                  <a:moveTo>
                    <a:pt x="0" y="960522"/>
                  </a:moveTo>
                  <a:lnTo>
                    <a:pt x="18141" y="1002160"/>
                  </a:lnTo>
                  <a:lnTo>
                    <a:pt x="41647" y="1034972"/>
                  </a:lnTo>
                  <a:lnTo>
                    <a:pt x="71129" y="1062576"/>
                  </a:lnTo>
                  <a:lnTo>
                    <a:pt x="105404" y="1083898"/>
                  </a:lnTo>
                  <a:lnTo>
                    <a:pt x="143193" y="1098108"/>
                  </a:lnTo>
                  <a:lnTo>
                    <a:pt x="183031" y="1104695"/>
                  </a:lnTo>
                  <a:lnTo>
                    <a:pt x="189752" y="1105024"/>
                  </a:lnTo>
                  <a:lnTo>
                    <a:pt x="2563499" y="1105024"/>
                  </a:lnTo>
                  <a:lnTo>
                    <a:pt x="2603533" y="1099755"/>
                  </a:lnTo>
                  <a:lnTo>
                    <a:pt x="2641760" y="1086776"/>
                  </a:lnTo>
                  <a:lnTo>
                    <a:pt x="2654312" y="1080433"/>
                  </a:lnTo>
                  <a:lnTo>
                    <a:pt x="181055" y="1080433"/>
                  </a:lnTo>
                  <a:lnTo>
                    <a:pt x="171392" y="1080196"/>
                  </a:lnTo>
                  <a:lnTo>
                    <a:pt x="133251" y="1074539"/>
                  </a:lnTo>
                  <a:lnTo>
                    <a:pt x="96947" y="1061546"/>
                  </a:lnTo>
                  <a:lnTo>
                    <a:pt x="63874" y="1041717"/>
                  </a:lnTo>
                  <a:lnTo>
                    <a:pt x="35309" y="1015828"/>
                  </a:lnTo>
                  <a:lnTo>
                    <a:pt x="12341" y="984855"/>
                  </a:lnTo>
                  <a:lnTo>
                    <a:pt x="3248" y="967852"/>
                  </a:lnTo>
                  <a:lnTo>
                    <a:pt x="0" y="960522"/>
                  </a:lnTo>
                  <a:close/>
                </a:path>
                <a:path w="2762885" h="1105535">
                  <a:moveTo>
                    <a:pt x="2706305" y="0"/>
                  </a:moveTo>
                  <a:lnTo>
                    <a:pt x="2736391" y="39158"/>
                  </a:lnTo>
                  <a:lnTo>
                    <a:pt x="2738013" y="47331"/>
                  </a:lnTo>
                  <a:lnTo>
                    <a:pt x="2738013" y="883744"/>
                  </a:lnTo>
                  <a:lnTo>
                    <a:pt x="2734232" y="922119"/>
                  </a:lnTo>
                  <a:lnTo>
                    <a:pt x="2723034" y="959017"/>
                  </a:lnTo>
                  <a:lnTo>
                    <a:pt x="2704859" y="993024"/>
                  </a:lnTo>
                  <a:lnTo>
                    <a:pt x="2680403" y="1022823"/>
                  </a:lnTo>
                  <a:lnTo>
                    <a:pt x="2650604" y="1047280"/>
                  </a:lnTo>
                  <a:lnTo>
                    <a:pt x="2616596" y="1065467"/>
                  </a:lnTo>
                  <a:lnTo>
                    <a:pt x="2579698" y="1076652"/>
                  </a:lnTo>
                  <a:lnTo>
                    <a:pt x="2541324" y="1080433"/>
                  </a:lnTo>
                  <a:lnTo>
                    <a:pt x="2654312" y="1080433"/>
                  </a:lnTo>
                  <a:lnTo>
                    <a:pt x="2692552" y="1054013"/>
                  </a:lnTo>
                  <a:lnTo>
                    <a:pt x="2720155" y="1024555"/>
                  </a:lnTo>
                  <a:lnTo>
                    <a:pt x="2741477" y="990267"/>
                  </a:lnTo>
                  <a:lnTo>
                    <a:pt x="2755688" y="952479"/>
                  </a:lnTo>
                  <a:lnTo>
                    <a:pt x="2762274" y="912653"/>
                  </a:lnTo>
                  <a:lnTo>
                    <a:pt x="2762604" y="905920"/>
                  </a:lnTo>
                  <a:lnTo>
                    <a:pt x="2762604" y="66445"/>
                  </a:lnTo>
                  <a:lnTo>
                    <a:pt x="2747600" y="26607"/>
                  </a:lnTo>
                  <a:lnTo>
                    <a:pt x="2712983" y="1797"/>
                  </a:lnTo>
                  <a:lnTo>
                    <a:pt x="2708409" y="418"/>
                  </a:lnTo>
                  <a:lnTo>
                    <a:pt x="2706305" y="0"/>
                  </a:lnTo>
                  <a:close/>
                </a:path>
              </a:pathLst>
            </a:custGeom>
            <a:solidFill>
              <a:srgbClr val="4D4D4D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5" name="object 15"/>
            <p:cNvSpPr/>
            <p:nvPr/>
          </p:nvSpPr>
          <p:spPr>
            <a:xfrm>
              <a:off x="3522106" y="1838814"/>
              <a:ext cx="2753995" cy="1097915"/>
            </a:xfrm>
            <a:custGeom>
              <a:avLst/>
              <a:gdLst/>
              <a:ahLst/>
              <a:cxnLst/>
              <a:rect l="l" t="t" r="r" b="b"/>
              <a:pathLst>
                <a:path w="2753995" h="1097914">
                  <a:moveTo>
                    <a:pt x="2693817" y="0"/>
                  </a:moveTo>
                  <a:lnTo>
                    <a:pt x="59830" y="0"/>
                  </a:lnTo>
                  <a:lnTo>
                    <a:pt x="55670" y="463"/>
                  </a:lnTo>
                  <a:lnTo>
                    <a:pt x="21724" y="18040"/>
                  </a:lnTo>
                  <a:lnTo>
                    <a:pt x="2049" y="54194"/>
                  </a:lnTo>
                  <a:lnTo>
                    <a:pt x="0" y="68380"/>
                  </a:lnTo>
                  <a:lnTo>
                    <a:pt x="0" y="901110"/>
                  </a:lnTo>
                  <a:lnTo>
                    <a:pt x="0" y="907550"/>
                  </a:lnTo>
                  <a:lnTo>
                    <a:pt x="5037" y="945803"/>
                  </a:lnTo>
                  <a:lnTo>
                    <a:pt x="17442" y="982335"/>
                  </a:lnTo>
                  <a:lnTo>
                    <a:pt x="36727" y="1015745"/>
                  </a:lnTo>
                  <a:lnTo>
                    <a:pt x="62159" y="1044739"/>
                  </a:lnTo>
                  <a:lnTo>
                    <a:pt x="92764" y="1068232"/>
                  </a:lnTo>
                  <a:lnTo>
                    <a:pt x="127369" y="1085296"/>
                  </a:lnTo>
                  <a:lnTo>
                    <a:pt x="164633" y="1095274"/>
                  </a:lnTo>
                  <a:lnTo>
                    <a:pt x="190248" y="1097799"/>
                  </a:lnTo>
                  <a:lnTo>
                    <a:pt x="2563398" y="1097799"/>
                  </a:lnTo>
                  <a:lnTo>
                    <a:pt x="2601650" y="1092761"/>
                  </a:lnTo>
                  <a:lnTo>
                    <a:pt x="2638183" y="1080356"/>
                  </a:lnTo>
                  <a:lnTo>
                    <a:pt x="2671592" y="1061072"/>
                  </a:lnTo>
                  <a:lnTo>
                    <a:pt x="2700586" y="1035639"/>
                  </a:lnTo>
                  <a:lnTo>
                    <a:pt x="2724079" y="1005035"/>
                  </a:lnTo>
                  <a:lnTo>
                    <a:pt x="2741144" y="970430"/>
                  </a:lnTo>
                  <a:lnTo>
                    <a:pt x="2751122" y="933166"/>
                  </a:lnTo>
                  <a:lnTo>
                    <a:pt x="2753647" y="907550"/>
                  </a:lnTo>
                  <a:lnTo>
                    <a:pt x="2753647" y="68380"/>
                  </a:lnTo>
                  <a:lnTo>
                    <a:pt x="2740510" y="28530"/>
                  </a:lnTo>
                  <a:lnTo>
                    <a:pt x="2710235" y="3732"/>
                  </a:lnTo>
                  <a:lnTo>
                    <a:pt x="2697976" y="463"/>
                  </a:lnTo>
                  <a:lnTo>
                    <a:pt x="2693817" y="0"/>
                  </a:lnTo>
                  <a:close/>
                </a:path>
              </a:pathLst>
            </a:custGeom>
            <a:solidFill>
              <a:srgbClr val="040404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6" name="object 16"/>
            <p:cNvSpPr/>
            <p:nvPr/>
          </p:nvSpPr>
          <p:spPr>
            <a:xfrm>
              <a:off x="3512947" y="1591817"/>
              <a:ext cx="2772410" cy="1354455"/>
            </a:xfrm>
            <a:custGeom>
              <a:avLst/>
              <a:gdLst/>
              <a:ahLst/>
              <a:cxnLst/>
              <a:rect l="l" t="t" r="r" b="b"/>
              <a:pathLst>
                <a:path w="2772410" h="1354455">
                  <a:moveTo>
                    <a:pt x="2771952" y="297091"/>
                  </a:moveTo>
                  <a:lnTo>
                    <a:pt x="2756941" y="257238"/>
                  </a:lnTo>
                  <a:lnTo>
                    <a:pt x="2753652" y="253288"/>
                  </a:lnTo>
                  <a:lnTo>
                    <a:pt x="2753652" y="320192"/>
                  </a:lnTo>
                  <a:lnTo>
                    <a:pt x="2753652" y="1148118"/>
                  </a:lnTo>
                  <a:lnTo>
                    <a:pt x="2745625" y="1202474"/>
                  </a:lnTo>
                  <a:lnTo>
                    <a:pt x="2722067" y="1252321"/>
                  </a:lnTo>
                  <a:lnTo>
                    <a:pt x="2698254" y="1281163"/>
                  </a:lnTo>
                  <a:lnTo>
                    <a:pt x="2654604" y="1313484"/>
                  </a:lnTo>
                  <a:lnTo>
                    <a:pt x="2602712" y="1332090"/>
                  </a:lnTo>
                  <a:lnTo>
                    <a:pt x="2566111" y="1335659"/>
                  </a:lnTo>
                  <a:lnTo>
                    <a:pt x="205841" y="1335659"/>
                  </a:lnTo>
                  <a:lnTo>
                    <a:pt x="151485" y="1327619"/>
                  </a:lnTo>
                  <a:lnTo>
                    <a:pt x="101625" y="1304074"/>
                  </a:lnTo>
                  <a:lnTo>
                    <a:pt x="73698" y="1281176"/>
                  </a:lnTo>
                  <a:lnTo>
                    <a:pt x="73228" y="1280731"/>
                  </a:lnTo>
                  <a:lnTo>
                    <a:pt x="40462" y="1236611"/>
                  </a:lnTo>
                  <a:lnTo>
                    <a:pt x="21869" y="1184706"/>
                  </a:lnTo>
                  <a:lnTo>
                    <a:pt x="18300" y="1148118"/>
                  </a:lnTo>
                  <a:lnTo>
                    <a:pt x="18300" y="320192"/>
                  </a:lnTo>
                  <a:lnTo>
                    <a:pt x="18567" y="312978"/>
                  </a:lnTo>
                  <a:lnTo>
                    <a:pt x="19342" y="305904"/>
                  </a:lnTo>
                  <a:lnTo>
                    <a:pt x="20091" y="301891"/>
                  </a:lnTo>
                  <a:lnTo>
                    <a:pt x="1149616" y="301891"/>
                  </a:lnTo>
                  <a:lnTo>
                    <a:pt x="1149870" y="303123"/>
                  </a:lnTo>
                  <a:lnTo>
                    <a:pt x="1151826" y="310972"/>
                  </a:lnTo>
                  <a:lnTo>
                    <a:pt x="1165440" y="348996"/>
                  </a:lnTo>
                  <a:lnTo>
                    <a:pt x="1189672" y="390956"/>
                  </a:lnTo>
                  <a:lnTo>
                    <a:pt x="1221613" y="427380"/>
                  </a:lnTo>
                  <a:lnTo>
                    <a:pt x="1260043" y="456882"/>
                  </a:lnTo>
                  <a:lnTo>
                    <a:pt x="1303489" y="478294"/>
                  </a:lnTo>
                  <a:lnTo>
                    <a:pt x="1350302" y="490842"/>
                  </a:lnTo>
                  <a:lnTo>
                    <a:pt x="1382458" y="494004"/>
                  </a:lnTo>
                  <a:lnTo>
                    <a:pt x="1398638" y="494004"/>
                  </a:lnTo>
                  <a:lnTo>
                    <a:pt x="1446669" y="487692"/>
                  </a:lnTo>
                  <a:lnTo>
                    <a:pt x="1492554" y="472109"/>
                  </a:lnTo>
                  <a:lnTo>
                    <a:pt x="1534515" y="447890"/>
                  </a:lnTo>
                  <a:lnTo>
                    <a:pt x="1570926" y="415937"/>
                  </a:lnTo>
                  <a:lnTo>
                    <a:pt x="1600428" y="377507"/>
                  </a:lnTo>
                  <a:lnTo>
                    <a:pt x="1621853" y="334060"/>
                  </a:lnTo>
                  <a:lnTo>
                    <a:pt x="1631480" y="301891"/>
                  </a:lnTo>
                  <a:lnTo>
                    <a:pt x="2751848" y="301891"/>
                  </a:lnTo>
                  <a:lnTo>
                    <a:pt x="2752610" y="305904"/>
                  </a:lnTo>
                  <a:lnTo>
                    <a:pt x="2753385" y="312978"/>
                  </a:lnTo>
                  <a:lnTo>
                    <a:pt x="2753652" y="320192"/>
                  </a:lnTo>
                  <a:lnTo>
                    <a:pt x="2753652" y="253288"/>
                  </a:lnTo>
                  <a:lnTo>
                    <a:pt x="2717749" y="231051"/>
                  </a:lnTo>
                  <a:lnTo>
                    <a:pt x="2703563" y="228701"/>
                  </a:lnTo>
                  <a:lnTo>
                    <a:pt x="1636953" y="228701"/>
                  </a:lnTo>
                  <a:lnTo>
                    <a:pt x="1635582" y="214744"/>
                  </a:lnTo>
                  <a:lnTo>
                    <a:pt x="1624584" y="167563"/>
                  </a:lnTo>
                  <a:lnTo>
                    <a:pt x="1604568" y="123431"/>
                  </a:lnTo>
                  <a:lnTo>
                    <a:pt x="1576362" y="84048"/>
                  </a:lnTo>
                  <a:lnTo>
                    <a:pt x="1540992" y="50939"/>
                  </a:lnTo>
                  <a:lnTo>
                    <a:pt x="1499857" y="25361"/>
                  </a:lnTo>
                  <a:lnTo>
                    <a:pt x="1454518" y="8280"/>
                  </a:lnTo>
                  <a:lnTo>
                    <a:pt x="1406715" y="393"/>
                  </a:lnTo>
                  <a:lnTo>
                    <a:pt x="1398638" y="0"/>
                  </a:lnTo>
                  <a:lnTo>
                    <a:pt x="1382458" y="0"/>
                  </a:lnTo>
                  <a:lnTo>
                    <a:pt x="1334427" y="6311"/>
                  </a:lnTo>
                  <a:lnTo>
                    <a:pt x="1288554" y="21894"/>
                  </a:lnTo>
                  <a:lnTo>
                    <a:pt x="1246593" y="46113"/>
                  </a:lnTo>
                  <a:lnTo>
                    <a:pt x="1210170" y="78066"/>
                  </a:lnTo>
                  <a:lnTo>
                    <a:pt x="1180680" y="116497"/>
                  </a:lnTo>
                  <a:lnTo>
                    <a:pt x="1159256" y="159943"/>
                  </a:lnTo>
                  <a:lnTo>
                    <a:pt x="1146721" y="206756"/>
                  </a:lnTo>
                  <a:lnTo>
                    <a:pt x="1144143" y="228701"/>
                  </a:lnTo>
                  <a:lnTo>
                    <a:pt x="68389" y="228701"/>
                  </a:lnTo>
                  <a:lnTo>
                    <a:pt x="28536" y="243713"/>
                  </a:lnTo>
                  <a:lnTo>
                    <a:pt x="3733" y="278320"/>
                  </a:lnTo>
                  <a:lnTo>
                    <a:pt x="0" y="297091"/>
                  </a:lnTo>
                  <a:lnTo>
                    <a:pt x="0" y="301891"/>
                  </a:lnTo>
                  <a:lnTo>
                    <a:pt x="2400" y="301891"/>
                  </a:lnTo>
                  <a:lnTo>
                    <a:pt x="1397" y="305904"/>
                  </a:lnTo>
                  <a:lnTo>
                    <a:pt x="355" y="312978"/>
                  </a:lnTo>
                  <a:lnTo>
                    <a:pt x="0" y="320192"/>
                  </a:lnTo>
                  <a:lnTo>
                    <a:pt x="0" y="1148118"/>
                  </a:lnTo>
                  <a:lnTo>
                    <a:pt x="3962" y="1188262"/>
                  </a:lnTo>
                  <a:lnTo>
                    <a:pt x="15671" y="1226883"/>
                  </a:lnTo>
                  <a:lnTo>
                    <a:pt x="34696" y="1262468"/>
                  </a:lnTo>
                  <a:lnTo>
                    <a:pt x="60299" y="1293660"/>
                  </a:lnTo>
                  <a:lnTo>
                    <a:pt x="91490" y="1319263"/>
                  </a:lnTo>
                  <a:lnTo>
                    <a:pt x="127063" y="1338275"/>
                  </a:lnTo>
                  <a:lnTo>
                    <a:pt x="165684" y="1349997"/>
                  </a:lnTo>
                  <a:lnTo>
                    <a:pt x="205841" y="1353947"/>
                  </a:lnTo>
                  <a:lnTo>
                    <a:pt x="2566111" y="1353947"/>
                  </a:lnTo>
                  <a:lnTo>
                    <a:pt x="2606268" y="1349997"/>
                  </a:lnTo>
                  <a:lnTo>
                    <a:pt x="2644889" y="1338275"/>
                  </a:lnTo>
                  <a:lnTo>
                    <a:pt x="2680462" y="1319263"/>
                  </a:lnTo>
                  <a:lnTo>
                    <a:pt x="2711183" y="1294104"/>
                  </a:lnTo>
                  <a:lnTo>
                    <a:pt x="2737256" y="1262468"/>
                  </a:lnTo>
                  <a:lnTo>
                    <a:pt x="2756281" y="1226883"/>
                  </a:lnTo>
                  <a:lnTo>
                    <a:pt x="2768003" y="1188262"/>
                  </a:lnTo>
                  <a:lnTo>
                    <a:pt x="2771952" y="1148118"/>
                  </a:lnTo>
                  <a:lnTo>
                    <a:pt x="2771952" y="320192"/>
                  </a:lnTo>
                  <a:lnTo>
                    <a:pt x="2771597" y="312978"/>
                  </a:lnTo>
                  <a:lnTo>
                    <a:pt x="2770555" y="305904"/>
                  </a:lnTo>
                  <a:lnTo>
                    <a:pt x="2769539" y="301891"/>
                  </a:lnTo>
                  <a:lnTo>
                    <a:pt x="2771952" y="301891"/>
                  </a:lnTo>
                  <a:lnTo>
                    <a:pt x="2771952" y="297091"/>
                  </a:lnTo>
                  <a:close/>
                </a:path>
              </a:pathLst>
            </a:custGeom>
            <a:solidFill>
              <a:srgbClr val="4D4D4D"/>
            </a:solidFill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17" name="object 17"/>
          <p:cNvSpPr txBox="1"/>
          <p:nvPr/>
        </p:nvSpPr>
        <p:spPr>
          <a:xfrm>
            <a:off x="4823912" y="1692548"/>
            <a:ext cx="150495" cy="26289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1550" b="1" spc="-50" dirty="0">
                <a:solidFill>
                  <a:srgbClr val="FFFFFF"/>
                </a:solidFill>
                <a:latin typeface="Tahoma" panose="020B0604030504040204"/>
                <a:cs typeface="Tahoma" panose="020B0604030504040204"/>
              </a:rPr>
              <a:t>2</a:t>
            </a:r>
            <a:endParaRPr sz="1550">
              <a:latin typeface="Tahoma" panose="020B0604030504040204"/>
              <a:cs typeface="Tahoma" panose="020B0604030504040204"/>
            </a:endParaRPr>
          </a:p>
        </p:txBody>
      </p:sp>
      <p:sp>
        <p:nvSpPr>
          <p:cNvPr id="18" name="object 18"/>
          <p:cNvSpPr txBox="1"/>
          <p:nvPr/>
        </p:nvSpPr>
        <p:spPr>
          <a:xfrm>
            <a:off x="3683225" y="2233214"/>
            <a:ext cx="2367915" cy="528955"/>
          </a:xfrm>
          <a:prstGeom prst="rect">
            <a:avLst/>
          </a:prstGeom>
        </p:spPr>
        <p:txBody>
          <a:bodyPr vert="horz" wrap="square" lIns="0" tIns="3175" rIns="0" bIns="0" rtlCol="0">
            <a:spAutoFit/>
          </a:bodyPr>
          <a:lstStyle/>
          <a:p>
            <a:pPr marL="12700" marR="5080">
              <a:lnSpc>
                <a:spcPct val="105000"/>
              </a:lnSpc>
              <a:spcBef>
                <a:spcPts val="25"/>
              </a:spcBef>
            </a:pPr>
            <a:r>
              <a:rPr sz="1600" b="1" spc="-40" dirty="0">
                <a:solidFill>
                  <a:srgbClr val="E5E0DF"/>
                </a:solidFill>
                <a:latin typeface="Tahoma" panose="020B0604030504040204"/>
                <a:cs typeface="Tahoma" panose="020B0604030504040204"/>
              </a:rPr>
              <a:t>Real-</a:t>
            </a:r>
            <a:r>
              <a:rPr sz="1600" b="1" spc="-25" dirty="0">
                <a:solidFill>
                  <a:srgbClr val="E5E0DF"/>
                </a:solidFill>
                <a:latin typeface="Tahoma" panose="020B0604030504040204"/>
                <a:cs typeface="Tahoma" panose="020B0604030504040204"/>
              </a:rPr>
              <a:t>time</a:t>
            </a:r>
            <a:r>
              <a:rPr sz="1600" b="1" spc="-80" dirty="0">
                <a:solidFill>
                  <a:srgbClr val="E5E0DF"/>
                </a:solidFill>
                <a:latin typeface="Tahoma" panose="020B0604030504040204"/>
                <a:cs typeface="Tahoma" panose="020B0604030504040204"/>
              </a:rPr>
              <a:t> </a:t>
            </a:r>
            <a:r>
              <a:rPr sz="1600" b="1" dirty="0">
                <a:solidFill>
                  <a:srgbClr val="E5E0DF"/>
                </a:solidFill>
                <a:latin typeface="Tahoma" panose="020B0604030504040204"/>
                <a:cs typeface="Tahoma" panose="020B0604030504040204"/>
              </a:rPr>
              <a:t>progress</a:t>
            </a:r>
            <a:r>
              <a:rPr sz="1600" b="1" spc="-80" dirty="0">
                <a:solidFill>
                  <a:srgbClr val="E5E0DF"/>
                </a:solidFill>
                <a:latin typeface="Tahoma" panose="020B0604030504040204"/>
                <a:cs typeface="Tahoma" panose="020B0604030504040204"/>
              </a:rPr>
              <a:t> </a:t>
            </a:r>
            <a:r>
              <a:rPr sz="1600" b="1" spc="-25" dirty="0">
                <a:solidFill>
                  <a:srgbClr val="E5E0DF"/>
                </a:solidFill>
                <a:latin typeface="Tahoma" panose="020B0604030504040204"/>
                <a:cs typeface="Tahoma" panose="020B0604030504040204"/>
              </a:rPr>
              <a:t>and </a:t>
            </a:r>
            <a:r>
              <a:rPr sz="1600" b="1" dirty="0">
                <a:solidFill>
                  <a:srgbClr val="E5E0DF"/>
                </a:solidFill>
                <a:latin typeface="Tahoma" panose="020B0604030504040204"/>
                <a:cs typeface="Tahoma" panose="020B0604030504040204"/>
              </a:rPr>
              <a:t>analysis</a:t>
            </a:r>
            <a:r>
              <a:rPr sz="1600" b="1" spc="-75" dirty="0">
                <a:solidFill>
                  <a:srgbClr val="E5E0DF"/>
                </a:solidFill>
                <a:latin typeface="Tahoma" panose="020B0604030504040204"/>
                <a:cs typeface="Tahoma" panose="020B0604030504040204"/>
              </a:rPr>
              <a:t> </a:t>
            </a:r>
            <a:r>
              <a:rPr sz="1600" b="1" spc="-10" dirty="0">
                <a:solidFill>
                  <a:srgbClr val="E5E0DF"/>
                </a:solidFill>
                <a:latin typeface="Tahoma" panose="020B0604030504040204"/>
                <a:cs typeface="Tahoma" panose="020B0604030504040204"/>
              </a:rPr>
              <a:t>timeline.</a:t>
            </a:r>
            <a:endParaRPr sz="1600">
              <a:latin typeface="Tahoma" panose="020B0604030504040204"/>
              <a:cs typeface="Tahoma" panose="020B0604030504040204"/>
            </a:endParaRPr>
          </a:p>
        </p:txBody>
      </p:sp>
      <p:grpSp>
        <p:nvGrpSpPr>
          <p:cNvPr id="19" name="object 19"/>
          <p:cNvGrpSpPr/>
          <p:nvPr/>
        </p:nvGrpSpPr>
        <p:grpSpPr>
          <a:xfrm>
            <a:off x="576344" y="3110431"/>
            <a:ext cx="2787650" cy="1625600"/>
            <a:chOff x="576344" y="3110431"/>
            <a:chExt cx="2787650" cy="1625600"/>
          </a:xfrm>
        </p:grpSpPr>
        <p:sp>
          <p:nvSpPr>
            <p:cNvPr id="20" name="object 20"/>
            <p:cNvSpPr/>
            <p:nvPr/>
          </p:nvSpPr>
          <p:spPr>
            <a:xfrm>
              <a:off x="601121" y="3374802"/>
              <a:ext cx="2762885" cy="1361440"/>
            </a:xfrm>
            <a:custGeom>
              <a:avLst/>
              <a:gdLst/>
              <a:ahLst/>
              <a:cxnLst/>
              <a:rect l="l" t="t" r="r" b="b"/>
              <a:pathLst>
                <a:path w="2762885" h="1361439">
                  <a:moveTo>
                    <a:pt x="0" y="1216655"/>
                  </a:moveTo>
                  <a:lnTo>
                    <a:pt x="18144" y="1258314"/>
                  </a:lnTo>
                  <a:lnTo>
                    <a:pt x="41663" y="1291126"/>
                  </a:lnTo>
                  <a:lnTo>
                    <a:pt x="71128" y="1318729"/>
                  </a:lnTo>
                  <a:lnTo>
                    <a:pt x="105409" y="1340051"/>
                  </a:lnTo>
                  <a:lnTo>
                    <a:pt x="143199" y="1354261"/>
                  </a:lnTo>
                  <a:lnTo>
                    <a:pt x="183032" y="1360848"/>
                  </a:lnTo>
                  <a:lnTo>
                    <a:pt x="189756" y="1361177"/>
                  </a:lnTo>
                  <a:lnTo>
                    <a:pt x="2563505" y="1361177"/>
                  </a:lnTo>
                  <a:lnTo>
                    <a:pt x="2603538" y="1355908"/>
                  </a:lnTo>
                  <a:lnTo>
                    <a:pt x="2641765" y="1342929"/>
                  </a:lnTo>
                  <a:lnTo>
                    <a:pt x="2654317" y="1336587"/>
                  </a:lnTo>
                  <a:lnTo>
                    <a:pt x="181060" y="1336587"/>
                  </a:lnTo>
                  <a:lnTo>
                    <a:pt x="171398" y="1336349"/>
                  </a:lnTo>
                  <a:lnTo>
                    <a:pt x="133258" y="1330692"/>
                  </a:lnTo>
                  <a:lnTo>
                    <a:pt x="96966" y="1317699"/>
                  </a:lnTo>
                  <a:lnTo>
                    <a:pt x="63881" y="1297871"/>
                  </a:lnTo>
                  <a:lnTo>
                    <a:pt x="35315" y="1271981"/>
                  </a:lnTo>
                  <a:lnTo>
                    <a:pt x="12347" y="1241008"/>
                  </a:lnTo>
                  <a:lnTo>
                    <a:pt x="3257" y="1224005"/>
                  </a:lnTo>
                  <a:lnTo>
                    <a:pt x="0" y="1216655"/>
                  </a:lnTo>
                  <a:close/>
                </a:path>
                <a:path w="2762885" h="1361439">
                  <a:moveTo>
                    <a:pt x="2706310" y="0"/>
                  </a:moveTo>
                  <a:lnTo>
                    <a:pt x="2736396" y="39158"/>
                  </a:lnTo>
                  <a:lnTo>
                    <a:pt x="2738018" y="47331"/>
                  </a:lnTo>
                  <a:lnTo>
                    <a:pt x="2738018" y="1139898"/>
                  </a:lnTo>
                  <a:lnTo>
                    <a:pt x="2734237" y="1178272"/>
                  </a:lnTo>
                  <a:lnTo>
                    <a:pt x="2723051" y="1215170"/>
                  </a:lnTo>
                  <a:lnTo>
                    <a:pt x="2704865" y="1249177"/>
                  </a:lnTo>
                  <a:lnTo>
                    <a:pt x="2680408" y="1278977"/>
                  </a:lnTo>
                  <a:lnTo>
                    <a:pt x="2650609" y="1303433"/>
                  </a:lnTo>
                  <a:lnTo>
                    <a:pt x="2616601" y="1321620"/>
                  </a:lnTo>
                  <a:lnTo>
                    <a:pt x="2579703" y="1332805"/>
                  </a:lnTo>
                  <a:lnTo>
                    <a:pt x="2541329" y="1336587"/>
                  </a:lnTo>
                  <a:lnTo>
                    <a:pt x="2654317" y="1336587"/>
                  </a:lnTo>
                  <a:lnTo>
                    <a:pt x="2692557" y="1310166"/>
                  </a:lnTo>
                  <a:lnTo>
                    <a:pt x="2720161" y="1280709"/>
                  </a:lnTo>
                  <a:lnTo>
                    <a:pt x="2741482" y="1246421"/>
                  </a:lnTo>
                  <a:lnTo>
                    <a:pt x="2755693" y="1208632"/>
                  </a:lnTo>
                  <a:lnTo>
                    <a:pt x="2762279" y="1168806"/>
                  </a:lnTo>
                  <a:lnTo>
                    <a:pt x="2762609" y="1162073"/>
                  </a:lnTo>
                  <a:lnTo>
                    <a:pt x="2762609" y="66445"/>
                  </a:lnTo>
                  <a:lnTo>
                    <a:pt x="2747606" y="26607"/>
                  </a:lnTo>
                  <a:lnTo>
                    <a:pt x="2712988" y="1797"/>
                  </a:lnTo>
                  <a:lnTo>
                    <a:pt x="2708414" y="418"/>
                  </a:lnTo>
                  <a:lnTo>
                    <a:pt x="2706310" y="0"/>
                  </a:lnTo>
                  <a:close/>
                </a:path>
              </a:pathLst>
            </a:custGeom>
            <a:solidFill>
              <a:srgbClr val="4D4D4D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21" name="object 21"/>
            <p:cNvSpPr/>
            <p:nvPr/>
          </p:nvSpPr>
          <p:spPr>
            <a:xfrm>
              <a:off x="585493" y="3357436"/>
              <a:ext cx="2753995" cy="1354455"/>
            </a:xfrm>
            <a:custGeom>
              <a:avLst/>
              <a:gdLst/>
              <a:ahLst/>
              <a:cxnLst/>
              <a:rect l="l" t="t" r="r" b="b"/>
              <a:pathLst>
                <a:path w="2753995" h="1354454">
                  <a:moveTo>
                    <a:pt x="2693817" y="0"/>
                  </a:moveTo>
                  <a:lnTo>
                    <a:pt x="59836" y="0"/>
                  </a:lnTo>
                  <a:lnTo>
                    <a:pt x="55671" y="463"/>
                  </a:lnTo>
                  <a:lnTo>
                    <a:pt x="21727" y="18040"/>
                  </a:lnTo>
                  <a:lnTo>
                    <a:pt x="2049" y="54194"/>
                  </a:lnTo>
                  <a:lnTo>
                    <a:pt x="0" y="68380"/>
                  </a:lnTo>
                  <a:lnTo>
                    <a:pt x="0" y="1157263"/>
                  </a:lnTo>
                  <a:lnTo>
                    <a:pt x="0" y="1163704"/>
                  </a:lnTo>
                  <a:lnTo>
                    <a:pt x="5036" y="1201956"/>
                  </a:lnTo>
                  <a:lnTo>
                    <a:pt x="17439" y="1238488"/>
                  </a:lnTo>
                  <a:lnTo>
                    <a:pt x="36726" y="1271898"/>
                  </a:lnTo>
                  <a:lnTo>
                    <a:pt x="62165" y="1300892"/>
                  </a:lnTo>
                  <a:lnTo>
                    <a:pt x="92770" y="1324385"/>
                  </a:lnTo>
                  <a:lnTo>
                    <a:pt x="127371" y="1341450"/>
                  </a:lnTo>
                  <a:lnTo>
                    <a:pt x="164637" y="1351427"/>
                  </a:lnTo>
                  <a:lnTo>
                    <a:pt x="190247" y="1353952"/>
                  </a:lnTo>
                  <a:lnTo>
                    <a:pt x="2563398" y="1353952"/>
                  </a:lnTo>
                  <a:lnTo>
                    <a:pt x="2601650" y="1348915"/>
                  </a:lnTo>
                  <a:lnTo>
                    <a:pt x="2638183" y="1336509"/>
                  </a:lnTo>
                  <a:lnTo>
                    <a:pt x="2671592" y="1317225"/>
                  </a:lnTo>
                  <a:lnTo>
                    <a:pt x="2700586" y="1291792"/>
                  </a:lnTo>
                  <a:lnTo>
                    <a:pt x="2724079" y="1261188"/>
                  </a:lnTo>
                  <a:lnTo>
                    <a:pt x="2741144" y="1226583"/>
                  </a:lnTo>
                  <a:lnTo>
                    <a:pt x="2751122" y="1189319"/>
                  </a:lnTo>
                  <a:lnTo>
                    <a:pt x="2753647" y="1163704"/>
                  </a:lnTo>
                  <a:lnTo>
                    <a:pt x="2753647" y="68380"/>
                  </a:lnTo>
                  <a:lnTo>
                    <a:pt x="2740522" y="28530"/>
                  </a:lnTo>
                  <a:lnTo>
                    <a:pt x="2710235" y="3732"/>
                  </a:lnTo>
                  <a:lnTo>
                    <a:pt x="2697976" y="463"/>
                  </a:lnTo>
                  <a:lnTo>
                    <a:pt x="2693817" y="0"/>
                  </a:lnTo>
                  <a:close/>
                </a:path>
              </a:pathLst>
            </a:custGeom>
            <a:solidFill>
              <a:srgbClr val="040404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22" name="object 22"/>
            <p:cNvSpPr/>
            <p:nvPr/>
          </p:nvSpPr>
          <p:spPr>
            <a:xfrm>
              <a:off x="576338" y="3110432"/>
              <a:ext cx="2772410" cy="1610360"/>
            </a:xfrm>
            <a:custGeom>
              <a:avLst/>
              <a:gdLst/>
              <a:ahLst/>
              <a:cxnLst/>
              <a:rect l="l" t="t" r="r" b="b"/>
              <a:pathLst>
                <a:path w="2772410" h="1610360">
                  <a:moveTo>
                    <a:pt x="2771940" y="297091"/>
                  </a:moveTo>
                  <a:lnTo>
                    <a:pt x="2756941" y="257238"/>
                  </a:lnTo>
                  <a:lnTo>
                    <a:pt x="2753652" y="253288"/>
                  </a:lnTo>
                  <a:lnTo>
                    <a:pt x="2753652" y="320192"/>
                  </a:lnTo>
                  <a:lnTo>
                    <a:pt x="2753652" y="1404277"/>
                  </a:lnTo>
                  <a:lnTo>
                    <a:pt x="2745613" y="1458633"/>
                  </a:lnTo>
                  <a:lnTo>
                    <a:pt x="2722067" y="1508480"/>
                  </a:lnTo>
                  <a:lnTo>
                    <a:pt x="2698242" y="1537322"/>
                  </a:lnTo>
                  <a:lnTo>
                    <a:pt x="2654604" y="1569643"/>
                  </a:lnTo>
                  <a:lnTo>
                    <a:pt x="2602700" y="1588249"/>
                  </a:lnTo>
                  <a:lnTo>
                    <a:pt x="2566111" y="1591818"/>
                  </a:lnTo>
                  <a:lnTo>
                    <a:pt x="205841" y="1591818"/>
                  </a:lnTo>
                  <a:lnTo>
                    <a:pt x="151485" y="1583791"/>
                  </a:lnTo>
                  <a:lnTo>
                    <a:pt x="101625" y="1560233"/>
                  </a:lnTo>
                  <a:lnTo>
                    <a:pt x="73685" y="1537335"/>
                  </a:lnTo>
                  <a:lnTo>
                    <a:pt x="73228" y="1536890"/>
                  </a:lnTo>
                  <a:lnTo>
                    <a:pt x="60794" y="1523187"/>
                  </a:lnTo>
                  <a:lnTo>
                    <a:pt x="32575" y="1476044"/>
                  </a:lnTo>
                  <a:lnTo>
                    <a:pt x="19189" y="1422742"/>
                  </a:lnTo>
                  <a:lnTo>
                    <a:pt x="18300" y="1404277"/>
                  </a:lnTo>
                  <a:lnTo>
                    <a:pt x="18300" y="320192"/>
                  </a:lnTo>
                  <a:lnTo>
                    <a:pt x="18554" y="312991"/>
                  </a:lnTo>
                  <a:lnTo>
                    <a:pt x="19342" y="305917"/>
                  </a:lnTo>
                  <a:lnTo>
                    <a:pt x="20091" y="301904"/>
                  </a:lnTo>
                  <a:lnTo>
                    <a:pt x="1149604" y="301904"/>
                  </a:lnTo>
                  <a:lnTo>
                    <a:pt x="1149858" y="303136"/>
                  </a:lnTo>
                  <a:lnTo>
                    <a:pt x="1151826" y="310972"/>
                  </a:lnTo>
                  <a:lnTo>
                    <a:pt x="1165440" y="349008"/>
                  </a:lnTo>
                  <a:lnTo>
                    <a:pt x="1189659" y="390969"/>
                  </a:lnTo>
                  <a:lnTo>
                    <a:pt x="1221613" y="427393"/>
                  </a:lnTo>
                  <a:lnTo>
                    <a:pt x="1260043" y="456882"/>
                  </a:lnTo>
                  <a:lnTo>
                    <a:pt x="1303489" y="478307"/>
                  </a:lnTo>
                  <a:lnTo>
                    <a:pt x="1350289" y="490842"/>
                  </a:lnTo>
                  <a:lnTo>
                    <a:pt x="1382458" y="494017"/>
                  </a:lnTo>
                  <a:lnTo>
                    <a:pt x="1398638" y="494017"/>
                  </a:lnTo>
                  <a:lnTo>
                    <a:pt x="1446669" y="487692"/>
                  </a:lnTo>
                  <a:lnTo>
                    <a:pt x="1492542" y="472122"/>
                  </a:lnTo>
                  <a:lnTo>
                    <a:pt x="1534502" y="447890"/>
                  </a:lnTo>
                  <a:lnTo>
                    <a:pt x="1570926" y="415950"/>
                  </a:lnTo>
                  <a:lnTo>
                    <a:pt x="1600415" y="377520"/>
                  </a:lnTo>
                  <a:lnTo>
                    <a:pt x="1621853" y="334060"/>
                  </a:lnTo>
                  <a:lnTo>
                    <a:pt x="1631467" y="301904"/>
                  </a:lnTo>
                  <a:lnTo>
                    <a:pt x="2751836" y="301904"/>
                  </a:lnTo>
                  <a:lnTo>
                    <a:pt x="2752598" y="305917"/>
                  </a:lnTo>
                  <a:lnTo>
                    <a:pt x="2753385" y="312991"/>
                  </a:lnTo>
                  <a:lnTo>
                    <a:pt x="2753652" y="320192"/>
                  </a:lnTo>
                  <a:lnTo>
                    <a:pt x="2753652" y="253288"/>
                  </a:lnTo>
                  <a:lnTo>
                    <a:pt x="2717749" y="231051"/>
                  </a:lnTo>
                  <a:lnTo>
                    <a:pt x="2703563" y="228714"/>
                  </a:lnTo>
                  <a:lnTo>
                    <a:pt x="1636941" y="228714"/>
                  </a:lnTo>
                  <a:lnTo>
                    <a:pt x="1635569" y="214744"/>
                  </a:lnTo>
                  <a:lnTo>
                    <a:pt x="1624571" y="167563"/>
                  </a:lnTo>
                  <a:lnTo>
                    <a:pt x="1604568" y="123431"/>
                  </a:lnTo>
                  <a:lnTo>
                    <a:pt x="1576349" y="84061"/>
                  </a:lnTo>
                  <a:lnTo>
                    <a:pt x="1540992" y="50939"/>
                  </a:lnTo>
                  <a:lnTo>
                    <a:pt x="1499844" y="25361"/>
                  </a:lnTo>
                  <a:lnTo>
                    <a:pt x="1454505" y="8293"/>
                  </a:lnTo>
                  <a:lnTo>
                    <a:pt x="1406702" y="393"/>
                  </a:lnTo>
                  <a:lnTo>
                    <a:pt x="1398638" y="0"/>
                  </a:lnTo>
                  <a:lnTo>
                    <a:pt x="1382458" y="0"/>
                  </a:lnTo>
                  <a:lnTo>
                    <a:pt x="1334427" y="6324"/>
                  </a:lnTo>
                  <a:lnTo>
                    <a:pt x="1288542" y="21894"/>
                  </a:lnTo>
                  <a:lnTo>
                    <a:pt x="1246593" y="46126"/>
                  </a:lnTo>
                  <a:lnTo>
                    <a:pt x="1210170" y="78066"/>
                  </a:lnTo>
                  <a:lnTo>
                    <a:pt x="1180668" y="116509"/>
                  </a:lnTo>
                  <a:lnTo>
                    <a:pt x="1159256" y="159956"/>
                  </a:lnTo>
                  <a:lnTo>
                    <a:pt x="1146708" y="206756"/>
                  </a:lnTo>
                  <a:lnTo>
                    <a:pt x="1144130" y="228714"/>
                  </a:lnTo>
                  <a:lnTo>
                    <a:pt x="68376" y="228714"/>
                  </a:lnTo>
                  <a:lnTo>
                    <a:pt x="28536" y="243713"/>
                  </a:lnTo>
                  <a:lnTo>
                    <a:pt x="3733" y="278333"/>
                  </a:lnTo>
                  <a:lnTo>
                    <a:pt x="0" y="297091"/>
                  </a:lnTo>
                  <a:lnTo>
                    <a:pt x="0" y="301904"/>
                  </a:lnTo>
                  <a:lnTo>
                    <a:pt x="2400" y="301904"/>
                  </a:lnTo>
                  <a:lnTo>
                    <a:pt x="1397" y="305917"/>
                  </a:lnTo>
                  <a:lnTo>
                    <a:pt x="342" y="312991"/>
                  </a:lnTo>
                  <a:lnTo>
                    <a:pt x="0" y="320192"/>
                  </a:lnTo>
                  <a:lnTo>
                    <a:pt x="0" y="1404277"/>
                  </a:lnTo>
                  <a:lnTo>
                    <a:pt x="3949" y="1444434"/>
                  </a:lnTo>
                  <a:lnTo>
                    <a:pt x="15671" y="1483042"/>
                  </a:lnTo>
                  <a:lnTo>
                    <a:pt x="34683" y="1518627"/>
                  </a:lnTo>
                  <a:lnTo>
                    <a:pt x="60286" y="1549819"/>
                  </a:lnTo>
                  <a:lnTo>
                    <a:pt x="91478" y="1575422"/>
                  </a:lnTo>
                  <a:lnTo>
                    <a:pt x="127063" y="1594434"/>
                  </a:lnTo>
                  <a:lnTo>
                    <a:pt x="165684" y="1606156"/>
                  </a:lnTo>
                  <a:lnTo>
                    <a:pt x="205841" y="1610106"/>
                  </a:lnTo>
                  <a:lnTo>
                    <a:pt x="2566111" y="1610106"/>
                  </a:lnTo>
                  <a:lnTo>
                    <a:pt x="2606256" y="1606156"/>
                  </a:lnTo>
                  <a:lnTo>
                    <a:pt x="2644876" y="1594434"/>
                  </a:lnTo>
                  <a:lnTo>
                    <a:pt x="2680462" y="1575422"/>
                  </a:lnTo>
                  <a:lnTo>
                    <a:pt x="2711183" y="1550263"/>
                  </a:lnTo>
                  <a:lnTo>
                    <a:pt x="2711653" y="1549819"/>
                  </a:lnTo>
                  <a:lnTo>
                    <a:pt x="2737256" y="1518627"/>
                  </a:lnTo>
                  <a:lnTo>
                    <a:pt x="2756281" y="1483042"/>
                  </a:lnTo>
                  <a:lnTo>
                    <a:pt x="2767990" y="1444434"/>
                  </a:lnTo>
                  <a:lnTo>
                    <a:pt x="2771940" y="1404277"/>
                  </a:lnTo>
                  <a:lnTo>
                    <a:pt x="2771940" y="320192"/>
                  </a:lnTo>
                  <a:lnTo>
                    <a:pt x="2771597" y="312991"/>
                  </a:lnTo>
                  <a:lnTo>
                    <a:pt x="2770555" y="305917"/>
                  </a:lnTo>
                  <a:lnTo>
                    <a:pt x="2769539" y="301904"/>
                  </a:lnTo>
                  <a:lnTo>
                    <a:pt x="2771940" y="301904"/>
                  </a:lnTo>
                  <a:lnTo>
                    <a:pt x="2771940" y="297091"/>
                  </a:lnTo>
                  <a:close/>
                </a:path>
              </a:pathLst>
            </a:custGeom>
            <a:solidFill>
              <a:srgbClr val="4D4D4D"/>
            </a:solidFill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23" name="object 23"/>
          <p:cNvSpPr txBox="1"/>
          <p:nvPr/>
        </p:nvSpPr>
        <p:spPr>
          <a:xfrm>
            <a:off x="1885724" y="3220319"/>
            <a:ext cx="153035" cy="26289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1550" b="1" spc="-50" dirty="0">
                <a:solidFill>
                  <a:srgbClr val="FFFFFF"/>
                </a:solidFill>
                <a:latin typeface="Tahoma" panose="020B0604030504040204"/>
                <a:cs typeface="Tahoma" panose="020B0604030504040204"/>
              </a:rPr>
              <a:t>3</a:t>
            </a:r>
            <a:endParaRPr sz="1550">
              <a:latin typeface="Tahoma" panose="020B0604030504040204"/>
              <a:cs typeface="Tahoma" panose="020B0604030504040204"/>
            </a:endParaRPr>
          </a:p>
        </p:txBody>
      </p:sp>
      <p:sp>
        <p:nvSpPr>
          <p:cNvPr id="24" name="object 24"/>
          <p:cNvSpPr txBox="1"/>
          <p:nvPr/>
        </p:nvSpPr>
        <p:spPr>
          <a:xfrm>
            <a:off x="746611" y="3751837"/>
            <a:ext cx="2016125" cy="784860"/>
          </a:xfrm>
          <a:prstGeom prst="rect">
            <a:avLst/>
          </a:prstGeom>
        </p:spPr>
        <p:txBody>
          <a:bodyPr vert="horz" wrap="square" lIns="0" tIns="3175" rIns="0" bIns="0" rtlCol="0">
            <a:spAutoFit/>
          </a:bodyPr>
          <a:lstStyle/>
          <a:p>
            <a:pPr marL="12700" marR="5080">
              <a:lnSpc>
                <a:spcPct val="105000"/>
              </a:lnSpc>
              <a:spcBef>
                <a:spcPts val="25"/>
              </a:spcBef>
            </a:pPr>
            <a:r>
              <a:rPr sz="1600" b="1" dirty="0">
                <a:solidFill>
                  <a:srgbClr val="E5E0DF"/>
                </a:solidFill>
                <a:latin typeface="Tahoma" panose="020B0604030504040204"/>
                <a:cs typeface="Tahoma" panose="020B0604030504040204"/>
              </a:rPr>
              <a:t>Topic</a:t>
            </a:r>
            <a:r>
              <a:rPr sz="1600" b="1" spc="-95" dirty="0">
                <a:solidFill>
                  <a:srgbClr val="E5E0DF"/>
                </a:solidFill>
                <a:latin typeface="Tahoma" panose="020B0604030504040204"/>
                <a:cs typeface="Tahoma" panose="020B0604030504040204"/>
              </a:rPr>
              <a:t> </a:t>
            </a:r>
            <a:r>
              <a:rPr sz="1600" b="1" spc="-20" dirty="0">
                <a:solidFill>
                  <a:srgbClr val="E5E0DF"/>
                </a:solidFill>
                <a:latin typeface="Tahoma" panose="020B0604030504040204"/>
                <a:cs typeface="Tahoma" panose="020B0604030504040204"/>
              </a:rPr>
              <a:t>segmentation </a:t>
            </a:r>
            <a:r>
              <a:rPr sz="1600" b="1" spc="-60" dirty="0">
                <a:solidFill>
                  <a:srgbClr val="E5E0DF"/>
                </a:solidFill>
                <a:latin typeface="Tahoma" panose="020B0604030504040204"/>
                <a:cs typeface="Tahoma" panose="020B0604030504040204"/>
              </a:rPr>
              <a:t>with</a:t>
            </a:r>
            <a:r>
              <a:rPr sz="1600" b="1" spc="-5" dirty="0">
                <a:solidFill>
                  <a:srgbClr val="E5E0DF"/>
                </a:solidFill>
                <a:latin typeface="Tahoma" panose="020B0604030504040204"/>
                <a:cs typeface="Tahoma" panose="020B0604030504040204"/>
              </a:rPr>
              <a:t> </a:t>
            </a:r>
            <a:r>
              <a:rPr sz="1600" b="1" spc="-20" dirty="0">
                <a:solidFill>
                  <a:srgbClr val="E5E0DF"/>
                </a:solidFill>
                <a:latin typeface="Tahoma" panose="020B0604030504040204"/>
                <a:cs typeface="Tahoma" panose="020B0604030504040204"/>
              </a:rPr>
              <a:t>color-</a:t>
            </a:r>
            <a:r>
              <a:rPr sz="1600" b="1" spc="-10" dirty="0">
                <a:solidFill>
                  <a:srgbClr val="E5E0DF"/>
                </a:solidFill>
                <a:latin typeface="Tahoma" panose="020B0604030504040204"/>
                <a:cs typeface="Tahoma" panose="020B0604030504040204"/>
              </a:rPr>
              <a:t>coded sections.</a:t>
            </a:r>
            <a:endParaRPr sz="1600">
              <a:latin typeface="Tahoma" panose="020B0604030504040204"/>
              <a:cs typeface="Tahoma" panose="020B0604030504040204"/>
            </a:endParaRPr>
          </a:p>
        </p:txBody>
      </p:sp>
      <p:grpSp>
        <p:nvGrpSpPr>
          <p:cNvPr id="25" name="object 25"/>
          <p:cNvGrpSpPr/>
          <p:nvPr/>
        </p:nvGrpSpPr>
        <p:grpSpPr>
          <a:xfrm>
            <a:off x="3512958" y="3110431"/>
            <a:ext cx="2787650" cy="1625600"/>
            <a:chOff x="3512958" y="3110431"/>
            <a:chExt cx="2787650" cy="1625600"/>
          </a:xfrm>
        </p:grpSpPr>
        <p:sp>
          <p:nvSpPr>
            <p:cNvPr id="26" name="object 26"/>
            <p:cNvSpPr/>
            <p:nvPr/>
          </p:nvSpPr>
          <p:spPr>
            <a:xfrm>
              <a:off x="3537740" y="3374802"/>
              <a:ext cx="2762885" cy="1361440"/>
            </a:xfrm>
            <a:custGeom>
              <a:avLst/>
              <a:gdLst/>
              <a:ahLst/>
              <a:cxnLst/>
              <a:rect l="l" t="t" r="r" b="b"/>
              <a:pathLst>
                <a:path w="2762885" h="1361439">
                  <a:moveTo>
                    <a:pt x="0" y="1216675"/>
                  </a:moveTo>
                  <a:lnTo>
                    <a:pt x="18141" y="1258314"/>
                  </a:lnTo>
                  <a:lnTo>
                    <a:pt x="41647" y="1291126"/>
                  </a:lnTo>
                  <a:lnTo>
                    <a:pt x="71129" y="1318729"/>
                  </a:lnTo>
                  <a:lnTo>
                    <a:pt x="105404" y="1340051"/>
                  </a:lnTo>
                  <a:lnTo>
                    <a:pt x="143193" y="1354261"/>
                  </a:lnTo>
                  <a:lnTo>
                    <a:pt x="183031" y="1360848"/>
                  </a:lnTo>
                  <a:lnTo>
                    <a:pt x="189752" y="1361177"/>
                  </a:lnTo>
                  <a:lnTo>
                    <a:pt x="2563499" y="1361177"/>
                  </a:lnTo>
                  <a:lnTo>
                    <a:pt x="2603533" y="1355908"/>
                  </a:lnTo>
                  <a:lnTo>
                    <a:pt x="2641760" y="1342929"/>
                  </a:lnTo>
                  <a:lnTo>
                    <a:pt x="2654312" y="1336587"/>
                  </a:lnTo>
                  <a:lnTo>
                    <a:pt x="181055" y="1336587"/>
                  </a:lnTo>
                  <a:lnTo>
                    <a:pt x="171392" y="1336349"/>
                  </a:lnTo>
                  <a:lnTo>
                    <a:pt x="133252" y="1330692"/>
                  </a:lnTo>
                  <a:lnTo>
                    <a:pt x="96959" y="1317699"/>
                  </a:lnTo>
                  <a:lnTo>
                    <a:pt x="63874" y="1297871"/>
                  </a:lnTo>
                  <a:lnTo>
                    <a:pt x="35309" y="1271981"/>
                  </a:lnTo>
                  <a:lnTo>
                    <a:pt x="12341" y="1241008"/>
                  </a:lnTo>
                  <a:lnTo>
                    <a:pt x="3248" y="1224005"/>
                  </a:lnTo>
                  <a:lnTo>
                    <a:pt x="0" y="1216675"/>
                  </a:lnTo>
                  <a:close/>
                </a:path>
                <a:path w="2762885" h="1361439">
                  <a:moveTo>
                    <a:pt x="2706305" y="0"/>
                  </a:moveTo>
                  <a:lnTo>
                    <a:pt x="2736391" y="39158"/>
                  </a:lnTo>
                  <a:lnTo>
                    <a:pt x="2738013" y="47331"/>
                  </a:lnTo>
                  <a:lnTo>
                    <a:pt x="2738013" y="1139898"/>
                  </a:lnTo>
                  <a:lnTo>
                    <a:pt x="2734232" y="1178272"/>
                  </a:lnTo>
                  <a:lnTo>
                    <a:pt x="2723034" y="1215170"/>
                  </a:lnTo>
                  <a:lnTo>
                    <a:pt x="2704859" y="1249177"/>
                  </a:lnTo>
                  <a:lnTo>
                    <a:pt x="2680403" y="1278977"/>
                  </a:lnTo>
                  <a:lnTo>
                    <a:pt x="2650604" y="1303433"/>
                  </a:lnTo>
                  <a:lnTo>
                    <a:pt x="2616596" y="1321620"/>
                  </a:lnTo>
                  <a:lnTo>
                    <a:pt x="2579698" y="1332805"/>
                  </a:lnTo>
                  <a:lnTo>
                    <a:pt x="2541324" y="1336587"/>
                  </a:lnTo>
                  <a:lnTo>
                    <a:pt x="2654312" y="1336587"/>
                  </a:lnTo>
                  <a:lnTo>
                    <a:pt x="2692552" y="1310166"/>
                  </a:lnTo>
                  <a:lnTo>
                    <a:pt x="2720155" y="1280709"/>
                  </a:lnTo>
                  <a:lnTo>
                    <a:pt x="2741477" y="1246421"/>
                  </a:lnTo>
                  <a:lnTo>
                    <a:pt x="2755688" y="1208632"/>
                  </a:lnTo>
                  <a:lnTo>
                    <a:pt x="2762274" y="1168806"/>
                  </a:lnTo>
                  <a:lnTo>
                    <a:pt x="2762604" y="1162073"/>
                  </a:lnTo>
                  <a:lnTo>
                    <a:pt x="2762604" y="66445"/>
                  </a:lnTo>
                  <a:lnTo>
                    <a:pt x="2747600" y="26607"/>
                  </a:lnTo>
                  <a:lnTo>
                    <a:pt x="2712983" y="1797"/>
                  </a:lnTo>
                  <a:lnTo>
                    <a:pt x="2708409" y="418"/>
                  </a:lnTo>
                  <a:lnTo>
                    <a:pt x="2706305" y="0"/>
                  </a:lnTo>
                  <a:close/>
                </a:path>
              </a:pathLst>
            </a:custGeom>
            <a:solidFill>
              <a:srgbClr val="4D4D4D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27" name="object 27"/>
            <p:cNvSpPr/>
            <p:nvPr/>
          </p:nvSpPr>
          <p:spPr>
            <a:xfrm>
              <a:off x="3522106" y="3357436"/>
              <a:ext cx="2753995" cy="1354455"/>
            </a:xfrm>
            <a:custGeom>
              <a:avLst/>
              <a:gdLst/>
              <a:ahLst/>
              <a:cxnLst/>
              <a:rect l="l" t="t" r="r" b="b"/>
              <a:pathLst>
                <a:path w="2753995" h="1354454">
                  <a:moveTo>
                    <a:pt x="2693817" y="0"/>
                  </a:moveTo>
                  <a:lnTo>
                    <a:pt x="59830" y="0"/>
                  </a:lnTo>
                  <a:lnTo>
                    <a:pt x="55670" y="463"/>
                  </a:lnTo>
                  <a:lnTo>
                    <a:pt x="21724" y="18040"/>
                  </a:lnTo>
                  <a:lnTo>
                    <a:pt x="2049" y="54194"/>
                  </a:lnTo>
                  <a:lnTo>
                    <a:pt x="0" y="68380"/>
                  </a:lnTo>
                  <a:lnTo>
                    <a:pt x="0" y="1157263"/>
                  </a:lnTo>
                  <a:lnTo>
                    <a:pt x="0" y="1163704"/>
                  </a:lnTo>
                  <a:lnTo>
                    <a:pt x="5037" y="1201956"/>
                  </a:lnTo>
                  <a:lnTo>
                    <a:pt x="17442" y="1238488"/>
                  </a:lnTo>
                  <a:lnTo>
                    <a:pt x="36727" y="1271898"/>
                  </a:lnTo>
                  <a:lnTo>
                    <a:pt x="62159" y="1300892"/>
                  </a:lnTo>
                  <a:lnTo>
                    <a:pt x="92764" y="1324385"/>
                  </a:lnTo>
                  <a:lnTo>
                    <a:pt x="127369" y="1341450"/>
                  </a:lnTo>
                  <a:lnTo>
                    <a:pt x="164633" y="1351427"/>
                  </a:lnTo>
                  <a:lnTo>
                    <a:pt x="190248" y="1353952"/>
                  </a:lnTo>
                  <a:lnTo>
                    <a:pt x="2563398" y="1353952"/>
                  </a:lnTo>
                  <a:lnTo>
                    <a:pt x="2601650" y="1348915"/>
                  </a:lnTo>
                  <a:lnTo>
                    <a:pt x="2638183" y="1336509"/>
                  </a:lnTo>
                  <a:lnTo>
                    <a:pt x="2671592" y="1317225"/>
                  </a:lnTo>
                  <a:lnTo>
                    <a:pt x="2700586" y="1291792"/>
                  </a:lnTo>
                  <a:lnTo>
                    <a:pt x="2724079" y="1261188"/>
                  </a:lnTo>
                  <a:lnTo>
                    <a:pt x="2741144" y="1226583"/>
                  </a:lnTo>
                  <a:lnTo>
                    <a:pt x="2751122" y="1189319"/>
                  </a:lnTo>
                  <a:lnTo>
                    <a:pt x="2753647" y="1163704"/>
                  </a:lnTo>
                  <a:lnTo>
                    <a:pt x="2753647" y="68380"/>
                  </a:lnTo>
                  <a:lnTo>
                    <a:pt x="2740510" y="28530"/>
                  </a:lnTo>
                  <a:lnTo>
                    <a:pt x="2710235" y="3732"/>
                  </a:lnTo>
                  <a:lnTo>
                    <a:pt x="2697976" y="463"/>
                  </a:lnTo>
                  <a:lnTo>
                    <a:pt x="2693817" y="0"/>
                  </a:lnTo>
                  <a:close/>
                </a:path>
              </a:pathLst>
            </a:custGeom>
            <a:solidFill>
              <a:srgbClr val="040404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28" name="object 28"/>
            <p:cNvSpPr/>
            <p:nvPr/>
          </p:nvSpPr>
          <p:spPr>
            <a:xfrm>
              <a:off x="3512947" y="3110432"/>
              <a:ext cx="2772410" cy="1610360"/>
            </a:xfrm>
            <a:custGeom>
              <a:avLst/>
              <a:gdLst/>
              <a:ahLst/>
              <a:cxnLst/>
              <a:rect l="l" t="t" r="r" b="b"/>
              <a:pathLst>
                <a:path w="2772410" h="1610360">
                  <a:moveTo>
                    <a:pt x="2771952" y="297091"/>
                  </a:moveTo>
                  <a:lnTo>
                    <a:pt x="2756941" y="257238"/>
                  </a:lnTo>
                  <a:lnTo>
                    <a:pt x="2753652" y="253288"/>
                  </a:lnTo>
                  <a:lnTo>
                    <a:pt x="2753652" y="320192"/>
                  </a:lnTo>
                  <a:lnTo>
                    <a:pt x="2753652" y="1404277"/>
                  </a:lnTo>
                  <a:lnTo>
                    <a:pt x="2745625" y="1458633"/>
                  </a:lnTo>
                  <a:lnTo>
                    <a:pt x="2722067" y="1508480"/>
                  </a:lnTo>
                  <a:lnTo>
                    <a:pt x="2698254" y="1537322"/>
                  </a:lnTo>
                  <a:lnTo>
                    <a:pt x="2654604" y="1569643"/>
                  </a:lnTo>
                  <a:lnTo>
                    <a:pt x="2602712" y="1588249"/>
                  </a:lnTo>
                  <a:lnTo>
                    <a:pt x="2566111" y="1591818"/>
                  </a:lnTo>
                  <a:lnTo>
                    <a:pt x="205841" y="1591818"/>
                  </a:lnTo>
                  <a:lnTo>
                    <a:pt x="151485" y="1583791"/>
                  </a:lnTo>
                  <a:lnTo>
                    <a:pt x="101625" y="1560233"/>
                  </a:lnTo>
                  <a:lnTo>
                    <a:pt x="73698" y="1537335"/>
                  </a:lnTo>
                  <a:lnTo>
                    <a:pt x="73228" y="1536890"/>
                  </a:lnTo>
                  <a:lnTo>
                    <a:pt x="40462" y="1492770"/>
                  </a:lnTo>
                  <a:lnTo>
                    <a:pt x="21869" y="1440865"/>
                  </a:lnTo>
                  <a:lnTo>
                    <a:pt x="18300" y="1404277"/>
                  </a:lnTo>
                  <a:lnTo>
                    <a:pt x="18300" y="320192"/>
                  </a:lnTo>
                  <a:lnTo>
                    <a:pt x="18567" y="312991"/>
                  </a:lnTo>
                  <a:lnTo>
                    <a:pt x="19342" y="305917"/>
                  </a:lnTo>
                  <a:lnTo>
                    <a:pt x="20091" y="301904"/>
                  </a:lnTo>
                  <a:lnTo>
                    <a:pt x="1149616" y="301904"/>
                  </a:lnTo>
                  <a:lnTo>
                    <a:pt x="1149870" y="303136"/>
                  </a:lnTo>
                  <a:lnTo>
                    <a:pt x="1151826" y="310972"/>
                  </a:lnTo>
                  <a:lnTo>
                    <a:pt x="1165440" y="349008"/>
                  </a:lnTo>
                  <a:lnTo>
                    <a:pt x="1189672" y="390969"/>
                  </a:lnTo>
                  <a:lnTo>
                    <a:pt x="1221613" y="427393"/>
                  </a:lnTo>
                  <a:lnTo>
                    <a:pt x="1260043" y="456882"/>
                  </a:lnTo>
                  <a:lnTo>
                    <a:pt x="1303489" y="478307"/>
                  </a:lnTo>
                  <a:lnTo>
                    <a:pt x="1350302" y="490842"/>
                  </a:lnTo>
                  <a:lnTo>
                    <a:pt x="1382458" y="494017"/>
                  </a:lnTo>
                  <a:lnTo>
                    <a:pt x="1398638" y="494017"/>
                  </a:lnTo>
                  <a:lnTo>
                    <a:pt x="1446669" y="487692"/>
                  </a:lnTo>
                  <a:lnTo>
                    <a:pt x="1492554" y="472122"/>
                  </a:lnTo>
                  <a:lnTo>
                    <a:pt x="1534515" y="447890"/>
                  </a:lnTo>
                  <a:lnTo>
                    <a:pt x="1570926" y="415950"/>
                  </a:lnTo>
                  <a:lnTo>
                    <a:pt x="1600428" y="377520"/>
                  </a:lnTo>
                  <a:lnTo>
                    <a:pt x="1621853" y="334060"/>
                  </a:lnTo>
                  <a:lnTo>
                    <a:pt x="1631480" y="301904"/>
                  </a:lnTo>
                  <a:lnTo>
                    <a:pt x="2751848" y="301904"/>
                  </a:lnTo>
                  <a:lnTo>
                    <a:pt x="2752610" y="305917"/>
                  </a:lnTo>
                  <a:lnTo>
                    <a:pt x="2753385" y="312991"/>
                  </a:lnTo>
                  <a:lnTo>
                    <a:pt x="2753652" y="320192"/>
                  </a:lnTo>
                  <a:lnTo>
                    <a:pt x="2753652" y="253288"/>
                  </a:lnTo>
                  <a:lnTo>
                    <a:pt x="2717749" y="231051"/>
                  </a:lnTo>
                  <a:lnTo>
                    <a:pt x="2703563" y="228714"/>
                  </a:lnTo>
                  <a:lnTo>
                    <a:pt x="1636953" y="228714"/>
                  </a:lnTo>
                  <a:lnTo>
                    <a:pt x="1635582" y="214744"/>
                  </a:lnTo>
                  <a:lnTo>
                    <a:pt x="1624584" y="167563"/>
                  </a:lnTo>
                  <a:lnTo>
                    <a:pt x="1604568" y="123431"/>
                  </a:lnTo>
                  <a:lnTo>
                    <a:pt x="1576362" y="84061"/>
                  </a:lnTo>
                  <a:lnTo>
                    <a:pt x="1540992" y="50939"/>
                  </a:lnTo>
                  <a:lnTo>
                    <a:pt x="1499857" y="25361"/>
                  </a:lnTo>
                  <a:lnTo>
                    <a:pt x="1454518" y="8293"/>
                  </a:lnTo>
                  <a:lnTo>
                    <a:pt x="1406715" y="393"/>
                  </a:lnTo>
                  <a:lnTo>
                    <a:pt x="1398638" y="0"/>
                  </a:lnTo>
                  <a:lnTo>
                    <a:pt x="1382458" y="0"/>
                  </a:lnTo>
                  <a:lnTo>
                    <a:pt x="1334427" y="6324"/>
                  </a:lnTo>
                  <a:lnTo>
                    <a:pt x="1288554" y="21894"/>
                  </a:lnTo>
                  <a:lnTo>
                    <a:pt x="1246593" y="46126"/>
                  </a:lnTo>
                  <a:lnTo>
                    <a:pt x="1210170" y="78066"/>
                  </a:lnTo>
                  <a:lnTo>
                    <a:pt x="1180680" y="116509"/>
                  </a:lnTo>
                  <a:lnTo>
                    <a:pt x="1159256" y="159956"/>
                  </a:lnTo>
                  <a:lnTo>
                    <a:pt x="1146721" y="206756"/>
                  </a:lnTo>
                  <a:lnTo>
                    <a:pt x="1144143" y="228714"/>
                  </a:lnTo>
                  <a:lnTo>
                    <a:pt x="68389" y="228714"/>
                  </a:lnTo>
                  <a:lnTo>
                    <a:pt x="28536" y="243713"/>
                  </a:lnTo>
                  <a:lnTo>
                    <a:pt x="3733" y="278333"/>
                  </a:lnTo>
                  <a:lnTo>
                    <a:pt x="0" y="297091"/>
                  </a:lnTo>
                  <a:lnTo>
                    <a:pt x="0" y="301904"/>
                  </a:lnTo>
                  <a:lnTo>
                    <a:pt x="2400" y="301904"/>
                  </a:lnTo>
                  <a:lnTo>
                    <a:pt x="1397" y="305917"/>
                  </a:lnTo>
                  <a:lnTo>
                    <a:pt x="355" y="312991"/>
                  </a:lnTo>
                  <a:lnTo>
                    <a:pt x="0" y="320192"/>
                  </a:lnTo>
                  <a:lnTo>
                    <a:pt x="0" y="1404277"/>
                  </a:lnTo>
                  <a:lnTo>
                    <a:pt x="3962" y="1444434"/>
                  </a:lnTo>
                  <a:lnTo>
                    <a:pt x="15671" y="1483042"/>
                  </a:lnTo>
                  <a:lnTo>
                    <a:pt x="34696" y="1518627"/>
                  </a:lnTo>
                  <a:lnTo>
                    <a:pt x="60299" y="1549819"/>
                  </a:lnTo>
                  <a:lnTo>
                    <a:pt x="91490" y="1575422"/>
                  </a:lnTo>
                  <a:lnTo>
                    <a:pt x="127063" y="1594434"/>
                  </a:lnTo>
                  <a:lnTo>
                    <a:pt x="165684" y="1606156"/>
                  </a:lnTo>
                  <a:lnTo>
                    <a:pt x="205841" y="1610106"/>
                  </a:lnTo>
                  <a:lnTo>
                    <a:pt x="2566111" y="1610106"/>
                  </a:lnTo>
                  <a:lnTo>
                    <a:pt x="2606268" y="1606156"/>
                  </a:lnTo>
                  <a:lnTo>
                    <a:pt x="2644889" y="1594434"/>
                  </a:lnTo>
                  <a:lnTo>
                    <a:pt x="2650794" y="1591818"/>
                  </a:lnTo>
                  <a:lnTo>
                    <a:pt x="2654135" y="1590344"/>
                  </a:lnTo>
                  <a:lnTo>
                    <a:pt x="2688666" y="1569643"/>
                  </a:lnTo>
                  <a:lnTo>
                    <a:pt x="2711183" y="1550263"/>
                  </a:lnTo>
                  <a:lnTo>
                    <a:pt x="2737256" y="1518627"/>
                  </a:lnTo>
                  <a:lnTo>
                    <a:pt x="2756281" y="1483042"/>
                  </a:lnTo>
                  <a:lnTo>
                    <a:pt x="2768003" y="1444434"/>
                  </a:lnTo>
                  <a:lnTo>
                    <a:pt x="2771952" y="1404277"/>
                  </a:lnTo>
                  <a:lnTo>
                    <a:pt x="2771952" y="320192"/>
                  </a:lnTo>
                  <a:lnTo>
                    <a:pt x="2771597" y="312991"/>
                  </a:lnTo>
                  <a:lnTo>
                    <a:pt x="2770555" y="305917"/>
                  </a:lnTo>
                  <a:lnTo>
                    <a:pt x="2769539" y="301904"/>
                  </a:lnTo>
                  <a:lnTo>
                    <a:pt x="2771952" y="301904"/>
                  </a:lnTo>
                  <a:lnTo>
                    <a:pt x="2771952" y="297091"/>
                  </a:lnTo>
                  <a:close/>
                </a:path>
              </a:pathLst>
            </a:custGeom>
            <a:solidFill>
              <a:srgbClr val="4D4D4D"/>
            </a:solidFill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29" name="object 29"/>
          <p:cNvSpPr txBox="1"/>
          <p:nvPr/>
        </p:nvSpPr>
        <p:spPr>
          <a:xfrm>
            <a:off x="4819338" y="3220319"/>
            <a:ext cx="159385" cy="26289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1550" b="1" spc="5" dirty="0">
                <a:solidFill>
                  <a:srgbClr val="FFFFFF"/>
                </a:solidFill>
                <a:latin typeface="Tahoma" panose="020B0604030504040204"/>
                <a:cs typeface="Tahoma" panose="020B0604030504040204"/>
              </a:rPr>
              <a:t>4</a:t>
            </a:r>
            <a:endParaRPr sz="1550">
              <a:latin typeface="Tahoma" panose="020B0604030504040204"/>
              <a:cs typeface="Tahoma" panose="020B0604030504040204"/>
            </a:endParaRPr>
          </a:p>
        </p:txBody>
      </p:sp>
      <p:sp>
        <p:nvSpPr>
          <p:cNvPr id="30" name="object 30"/>
          <p:cNvSpPr txBox="1"/>
          <p:nvPr/>
        </p:nvSpPr>
        <p:spPr>
          <a:xfrm>
            <a:off x="3683225" y="3751837"/>
            <a:ext cx="2193925" cy="784860"/>
          </a:xfrm>
          <a:prstGeom prst="rect">
            <a:avLst/>
          </a:prstGeom>
        </p:spPr>
        <p:txBody>
          <a:bodyPr vert="horz" wrap="square" lIns="0" tIns="3175" rIns="0" bIns="0" rtlCol="0">
            <a:spAutoFit/>
          </a:bodyPr>
          <a:lstStyle/>
          <a:p>
            <a:pPr marL="12700" marR="5080">
              <a:lnSpc>
                <a:spcPct val="105000"/>
              </a:lnSpc>
              <a:spcBef>
                <a:spcPts val="25"/>
              </a:spcBef>
            </a:pPr>
            <a:r>
              <a:rPr sz="1600" b="1" spc="-45" dirty="0">
                <a:solidFill>
                  <a:srgbClr val="E5E0DF"/>
                </a:solidFill>
                <a:latin typeface="Tahoma" panose="020B0604030504040204"/>
                <a:cs typeface="Tahoma" panose="020B0604030504040204"/>
              </a:rPr>
              <a:t>Word</a:t>
            </a:r>
            <a:r>
              <a:rPr sz="1600" b="1" spc="-60" dirty="0">
                <a:solidFill>
                  <a:srgbClr val="E5E0DF"/>
                </a:solidFill>
                <a:latin typeface="Tahoma" panose="020B0604030504040204"/>
                <a:cs typeface="Tahoma" panose="020B0604030504040204"/>
              </a:rPr>
              <a:t> </a:t>
            </a:r>
            <a:r>
              <a:rPr sz="1600" b="1" spc="-20" dirty="0">
                <a:solidFill>
                  <a:srgbClr val="E5E0DF"/>
                </a:solidFill>
                <a:latin typeface="Tahoma" panose="020B0604030504040204"/>
                <a:cs typeface="Tahoma" panose="020B0604030504040204"/>
              </a:rPr>
              <a:t>cloud visualization</a:t>
            </a:r>
            <a:r>
              <a:rPr sz="1600" b="1" spc="-70" dirty="0">
                <a:solidFill>
                  <a:srgbClr val="E5E0DF"/>
                </a:solidFill>
                <a:latin typeface="Tahoma" panose="020B0604030504040204"/>
                <a:cs typeface="Tahoma" panose="020B0604030504040204"/>
              </a:rPr>
              <a:t> </a:t>
            </a:r>
            <a:r>
              <a:rPr sz="1600" b="1" spc="-10" dirty="0">
                <a:solidFill>
                  <a:srgbClr val="E5E0DF"/>
                </a:solidFill>
                <a:latin typeface="Tahoma" panose="020B0604030504040204"/>
                <a:cs typeface="Tahoma" panose="020B0604030504040204"/>
              </a:rPr>
              <a:t>for</a:t>
            </a:r>
            <a:r>
              <a:rPr sz="1600" b="1" spc="-65" dirty="0">
                <a:solidFill>
                  <a:srgbClr val="E5E0DF"/>
                </a:solidFill>
                <a:latin typeface="Tahoma" panose="020B0604030504040204"/>
                <a:cs typeface="Tahoma" panose="020B0604030504040204"/>
              </a:rPr>
              <a:t> </a:t>
            </a:r>
            <a:r>
              <a:rPr sz="1600" b="1" spc="-10" dirty="0">
                <a:solidFill>
                  <a:srgbClr val="E5E0DF"/>
                </a:solidFill>
                <a:latin typeface="Tahoma" panose="020B0604030504040204"/>
                <a:cs typeface="Tahoma" panose="020B0604030504040204"/>
              </a:rPr>
              <a:t>topic keywords.</a:t>
            </a:r>
            <a:endParaRPr sz="1600">
              <a:latin typeface="Tahoma" panose="020B0604030504040204"/>
              <a:cs typeface="Tahoma" panose="020B0604030504040204"/>
            </a:endParaRPr>
          </a:p>
        </p:txBody>
      </p:sp>
      <p:grpSp>
        <p:nvGrpSpPr>
          <p:cNvPr id="31" name="object 31"/>
          <p:cNvGrpSpPr/>
          <p:nvPr/>
        </p:nvGrpSpPr>
        <p:grpSpPr>
          <a:xfrm>
            <a:off x="576344" y="4885208"/>
            <a:ext cx="5724525" cy="1113790"/>
            <a:chOff x="576344" y="4885208"/>
            <a:chExt cx="5724525" cy="1113790"/>
          </a:xfrm>
        </p:grpSpPr>
        <p:sp>
          <p:nvSpPr>
            <p:cNvPr id="32" name="object 32"/>
            <p:cNvSpPr/>
            <p:nvPr/>
          </p:nvSpPr>
          <p:spPr>
            <a:xfrm>
              <a:off x="601117" y="5149578"/>
              <a:ext cx="5699760" cy="848994"/>
            </a:xfrm>
            <a:custGeom>
              <a:avLst/>
              <a:gdLst/>
              <a:ahLst/>
              <a:cxnLst/>
              <a:rect l="l" t="t" r="r" b="b"/>
              <a:pathLst>
                <a:path w="5699760" h="848995">
                  <a:moveTo>
                    <a:pt x="0" y="704336"/>
                  </a:moveTo>
                  <a:lnTo>
                    <a:pt x="18148" y="746005"/>
                  </a:lnTo>
                  <a:lnTo>
                    <a:pt x="41667" y="778819"/>
                  </a:lnTo>
                  <a:lnTo>
                    <a:pt x="71132" y="806417"/>
                  </a:lnTo>
                  <a:lnTo>
                    <a:pt x="105414" y="827739"/>
                  </a:lnTo>
                  <a:lnTo>
                    <a:pt x="143204" y="841957"/>
                  </a:lnTo>
                  <a:lnTo>
                    <a:pt x="183037" y="848538"/>
                  </a:lnTo>
                  <a:lnTo>
                    <a:pt x="189760" y="848866"/>
                  </a:lnTo>
                  <a:lnTo>
                    <a:pt x="5500123" y="848866"/>
                  </a:lnTo>
                  <a:lnTo>
                    <a:pt x="5540156" y="843597"/>
                  </a:lnTo>
                  <a:lnTo>
                    <a:pt x="5578383" y="830617"/>
                  </a:lnTo>
                  <a:lnTo>
                    <a:pt x="5590936" y="824280"/>
                  </a:lnTo>
                  <a:lnTo>
                    <a:pt x="181064" y="824280"/>
                  </a:lnTo>
                  <a:lnTo>
                    <a:pt x="171402" y="824044"/>
                  </a:lnTo>
                  <a:lnTo>
                    <a:pt x="133261" y="818384"/>
                  </a:lnTo>
                  <a:lnTo>
                    <a:pt x="96959" y="805390"/>
                  </a:lnTo>
                  <a:lnTo>
                    <a:pt x="63885" y="785566"/>
                  </a:lnTo>
                  <a:lnTo>
                    <a:pt x="35319" y="759669"/>
                  </a:lnTo>
                  <a:lnTo>
                    <a:pt x="12351" y="728699"/>
                  </a:lnTo>
                  <a:lnTo>
                    <a:pt x="3261" y="711696"/>
                  </a:lnTo>
                  <a:lnTo>
                    <a:pt x="0" y="704336"/>
                  </a:lnTo>
                  <a:close/>
                </a:path>
                <a:path w="5699760" h="848995">
                  <a:moveTo>
                    <a:pt x="5642928" y="0"/>
                  </a:moveTo>
                  <a:lnTo>
                    <a:pt x="5673014" y="39158"/>
                  </a:lnTo>
                  <a:lnTo>
                    <a:pt x="5674636" y="47331"/>
                  </a:lnTo>
                  <a:lnTo>
                    <a:pt x="5674636" y="627591"/>
                  </a:lnTo>
                  <a:lnTo>
                    <a:pt x="5670855" y="665962"/>
                  </a:lnTo>
                  <a:lnTo>
                    <a:pt x="5659657" y="702860"/>
                  </a:lnTo>
                  <a:lnTo>
                    <a:pt x="5641483" y="736866"/>
                  </a:lnTo>
                  <a:lnTo>
                    <a:pt x="5617026" y="766670"/>
                  </a:lnTo>
                  <a:lnTo>
                    <a:pt x="5587227" y="791132"/>
                  </a:lnTo>
                  <a:lnTo>
                    <a:pt x="5553219" y="809305"/>
                  </a:lnTo>
                  <a:lnTo>
                    <a:pt x="5516321" y="820501"/>
                  </a:lnTo>
                  <a:lnTo>
                    <a:pt x="5477947" y="824280"/>
                  </a:lnTo>
                  <a:lnTo>
                    <a:pt x="5590936" y="824280"/>
                  </a:lnTo>
                  <a:lnTo>
                    <a:pt x="5629175" y="797865"/>
                  </a:lnTo>
                  <a:lnTo>
                    <a:pt x="5656779" y="768399"/>
                  </a:lnTo>
                  <a:lnTo>
                    <a:pt x="5678100" y="734112"/>
                  </a:lnTo>
                  <a:lnTo>
                    <a:pt x="5692311" y="696328"/>
                  </a:lnTo>
                  <a:lnTo>
                    <a:pt x="5698897" y="656494"/>
                  </a:lnTo>
                  <a:lnTo>
                    <a:pt x="5699227" y="649772"/>
                  </a:lnTo>
                  <a:lnTo>
                    <a:pt x="5699227" y="66445"/>
                  </a:lnTo>
                  <a:lnTo>
                    <a:pt x="5684224" y="26607"/>
                  </a:lnTo>
                  <a:lnTo>
                    <a:pt x="5649606" y="1797"/>
                  </a:lnTo>
                  <a:lnTo>
                    <a:pt x="5645032" y="418"/>
                  </a:lnTo>
                  <a:lnTo>
                    <a:pt x="5642928" y="0"/>
                  </a:lnTo>
                  <a:close/>
                </a:path>
              </a:pathLst>
            </a:custGeom>
            <a:solidFill>
              <a:srgbClr val="4D4D4D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33" name="object 33"/>
            <p:cNvSpPr/>
            <p:nvPr/>
          </p:nvSpPr>
          <p:spPr>
            <a:xfrm>
              <a:off x="585493" y="5132212"/>
              <a:ext cx="5690870" cy="842010"/>
            </a:xfrm>
            <a:custGeom>
              <a:avLst/>
              <a:gdLst/>
              <a:ahLst/>
              <a:cxnLst/>
              <a:rect l="l" t="t" r="r" b="b"/>
              <a:pathLst>
                <a:path w="5690870" h="842010">
                  <a:moveTo>
                    <a:pt x="5630431" y="0"/>
                  </a:moveTo>
                  <a:lnTo>
                    <a:pt x="59836" y="0"/>
                  </a:lnTo>
                  <a:lnTo>
                    <a:pt x="55671" y="463"/>
                  </a:lnTo>
                  <a:lnTo>
                    <a:pt x="21727" y="18040"/>
                  </a:lnTo>
                  <a:lnTo>
                    <a:pt x="2049" y="54194"/>
                  </a:lnTo>
                  <a:lnTo>
                    <a:pt x="0" y="68380"/>
                  </a:lnTo>
                  <a:lnTo>
                    <a:pt x="0" y="644957"/>
                  </a:lnTo>
                  <a:lnTo>
                    <a:pt x="0" y="651398"/>
                  </a:lnTo>
                  <a:lnTo>
                    <a:pt x="5036" y="689646"/>
                  </a:lnTo>
                  <a:lnTo>
                    <a:pt x="17439" y="726177"/>
                  </a:lnTo>
                  <a:lnTo>
                    <a:pt x="36726" y="759588"/>
                  </a:lnTo>
                  <a:lnTo>
                    <a:pt x="62165" y="788590"/>
                  </a:lnTo>
                  <a:lnTo>
                    <a:pt x="92770" y="812076"/>
                  </a:lnTo>
                  <a:lnTo>
                    <a:pt x="127371" y="829138"/>
                  </a:lnTo>
                  <a:lnTo>
                    <a:pt x="164637" y="839121"/>
                  </a:lnTo>
                  <a:lnTo>
                    <a:pt x="190247" y="841646"/>
                  </a:lnTo>
                  <a:lnTo>
                    <a:pt x="5500012" y="841646"/>
                  </a:lnTo>
                  <a:lnTo>
                    <a:pt x="5538264" y="836609"/>
                  </a:lnTo>
                  <a:lnTo>
                    <a:pt x="5574796" y="824207"/>
                  </a:lnTo>
                  <a:lnTo>
                    <a:pt x="5608206" y="804920"/>
                  </a:lnTo>
                  <a:lnTo>
                    <a:pt x="5637200" y="779480"/>
                  </a:lnTo>
                  <a:lnTo>
                    <a:pt x="5660693" y="748876"/>
                  </a:lnTo>
                  <a:lnTo>
                    <a:pt x="5677758" y="714274"/>
                  </a:lnTo>
                  <a:lnTo>
                    <a:pt x="5687736" y="677009"/>
                  </a:lnTo>
                  <a:lnTo>
                    <a:pt x="5690261" y="651398"/>
                  </a:lnTo>
                  <a:lnTo>
                    <a:pt x="5690261" y="68380"/>
                  </a:lnTo>
                  <a:lnTo>
                    <a:pt x="5677124" y="28530"/>
                  </a:lnTo>
                  <a:lnTo>
                    <a:pt x="5646849" y="3732"/>
                  </a:lnTo>
                  <a:lnTo>
                    <a:pt x="5634590" y="463"/>
                  </a:lnTo>
                  <a:lnTo>
                    <a:pt x="5630431" y="0"/>
                  </a:lnTo>
                  <a:close/>
                </a:path>
              </a:pathLst>
            </a:custGeom>
            <a:solidFill>
              <a:srgbClr val="040404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34" name="object 34"/>
            <p:cNvSpPr/>
            <p:nvPr/>
          </p:nvSpPr>
          <p:spPr>
            <a:xfrm>
              <a:off x="576338" y="4885220"/>
              <a:ext cx="5708650" cy="1097915"/>
            </a:xfrm>
            <a:custGeom>
              <a:avLst/>
              <a:gdLst/>
              <a:ahLst/>
              <a:cxnLst/>
              <a:rect l="l" t="t" r="r" b="b"/>
              <a:pathLst>
                <a:path w="5708650" h="1097914">
                  <a:moveTo>
                    <a:pt x="5708561" y="297078"/>
                  </a:moveTo>
                  <a:lnTo>
                    <a:pt x="5693549" y="257238"/>
                  </a:lnTo>
                  <a:lnTo>
                    <a:pt x="5690260" y="253288"/>
                  </a:lnTo>
                  <a:lnTo>
                    <a:pt x="5690260" y="320179"/>
                  </a:lnTo>
                  <a:lnTo>
                    <a:pt x="5690260" y="891959"/>
                  </a:lnTo>
                  <a:lnTo>
                    <a:pt x="5682234" y="946315"/>
                  </a:lnTo>
                  <a:lnTo>
                    <a:pt x="5658675" y="996162"/>
                  </a:lnTo>
                  <a:lnTo>
                    <a:pt x="5634850" y="1025004"/>
                  </a:lnTo>
                  <a:lnTo>
                    <a:pt x="5591213" y="1057325"/>
                  </a:lnTo>
                  <a:lnTo>
                    <a:pt x="5539321" y="1075931"/>
                  </a:lnTo>
                  <a:lnTo>
                    <a:pt x="5502719" y="1079500"/>
                  </a:lnTo>
                  <a:lnTo>
                    <a:pt x="205841" y="1079500"/>
                  </a:lnTo>
                  <a:lnTo>
                    <a:pt x="151485" y="1071460"/>
                  </a:lnTo>
                  <a:lnTo>
                    <a:pt x="101625" y="1047915"/>
                  </a:lnTo>
                  <a:lnTo>
                    <a:pt x="73698" y="1025017"/>
                  </a:lnTo>
                  <a:lnTo>
                    <a:pt x="73228" y="1024572"/>
                  </a:lnTo>
                  <a:lnTo>
                    <a:pt x="60794" y="1010869"/>
                  </a:lnTo>
                  <a:lnTo>
                    <a:pt x="49872" y="996162"/>
                  </a:lnTo>
                  <a:lnTo>
                    <a:pt x="26327" y="946315"/>
                  </a:lnTo>
                  <a:lnTo>
                    <a:pt x="18300" y="891959"/>
                  </a:lnTo>
                  <a:lnTo>
                    <a:pt x="18300" y="320179"/>
                  </a:lnTo>
                  <a:lnTo>
                    <a:pt x="18554" y="312978"/>
                  </a:lnTo>
                  <a:lnTo>
                    <a:pt x="19342" y="305904"/>
                  </a:lnTo>
                  <a:lnTo>
                    <a:pt x="20091" y="301891"/>
                  </a:lnTo>
                  <a:lnTo>
                    <a:pt x="2613342" y="301891"/>
                  </a:lnTo>
                  <a:lnTo>
                    <a:pt x="2613596" y="303123"/>
                  </a:lnTo>
                  <a:lnTo>
                    <a:pt x="2615552" y="310959"/>
                  </a:lnTo>
                  <a:lnTo>
                    <a:pt x="2629166" y="348996"/>
                  </a:lnTo>
                  <a:lnTo>
                    <a:pt x="2653398" y="390956"/>
                  </a:lnTo>
                  <a:lnTo>
                    <a:pt x="2685338" y="427380"/>
                  </a:lnTo>
                  <a:lnTo>
                    <a:pt x="2723769" y="456869"/>
                  </a:lnTo>
                  <a:lnTo>
                    <a:pt x="2767228" y="478294"/>
                  </a:lnTo>
                  <a:lnTo>
                    <a:pt x="2814028" y="490829"/>
                  </a:lnTo>
                  <a:lnTo>
                    <a:pt x="2846197" y="494004"/>
                  </a:lnTo>
                  <a:lnTo>
                    <a:pt x="2862364" y="494004"/>
                  </a:lnTo>
                  <a:lnTo>
                    <a:pt x="2910395" y="487680"/>
                  </a:lnTo>
                  <a:lnTo>
                    <a:pt x="2956280" y="472109"/>
                  </a:lnTo>
                  <a:lnTo>
                    <a:pt x="2998241" y="447878"/>
                  </a:lnTo>
                  <a:lnTo>
                    <a:pt x="3034665" y="415937"/>
                  </a:lnTo>
                  <a:lnTo>
                    <a:pt x="3064154" y="377494"/>
                  </a:lnTo>
                  <a:lnTo>
                    <a:pt x="3085579" y="334060"/>
                  </a:lnTo>
                  <a:lnTo>
                    <a:pt x="3095206" y="301891"/>
                  </a:lnTo>
                  <a:lnTo>
                    <a:pt x="5688457" y="301891"/>
                  </a:lnTo>
                  <a:lnTo>
                    <a:pt x="5689219" y="305904"/>
                  </a:lnTo>
                  <a:lnTo>
                    <a:pt x="5689993" y="312978"/>
                  </a:lnTo>
                  <a:lnTo>
                    <a:pt x="5690260" y="320179"/>
                  </a:lnTo>
                  <a:lnTo>
                    <a:pt x="5690260" y="253288"/>
                  </a:lnTo>
                  <a:lnTo>
                    <a:pt x="5654357" y="231038"/>
                  </a:lnTo>
                  <a:lnTo>
                    <a:pt x="5640171" y="228701"/>
                  </a:lnTo>
                  <a:lnTo>
                    <a:pt x="3100679" y="228701"/>
                  </a:lnTo>
                  <a:lnTo>
                    <a:pt x="3099308" y="214731"/>
                  </a:lnTo>
                  <a:lnTo>
                    <a:pt x="3088309" y="167551"/>
                  </a:lnTo>
                  <a:lnTo>
                    <a:pt x="3068294" y="123418"/>
                  </a:lnTo>
                  <a:lnTo>
                    <a:pt x="3040088" y="84048"/>
                  </a:lnTo>
                  <a:lnTo>
                    <a:pt x="3004731" y="50927"/>
                  </a:lnTo>
                  <a:lnTo>
                    <a:pt x="2963583" y="25349"/>
                  </a:lnTo>
                  <a:lnTo>
                    <a:pt x="2918244" y="8280"/>
                  </a:lnTo>
                  <a:lnTo>
                    <a:pt x="2870441" y="381"/>
                  </a:lnTo>
                  <a:lnTo>
                    <a:pt x="2862364" y="0"/>
                  </a:lnTo>
                  <a:lnTo>
                    <a:pt x="2846197" y="0"/>
                  </a:lnTo>
                  <a:lnTo>
                    <a:pt x="2798153" y="6311"/>
                  </a:lnTo>
                  <a:lnTo>
                    <a:pt x="2752280" y="21894"/>
                  </a:lnTo>
                  <a:lnTo>
                    <a:pt x="2710319" y="46113"/>
                  </a:lnTo>
                  <a:lnTo>
                    <a:pt x="2673896" y="78054"/>
                  </a:lnTo>
                  <a:lnTo>
                    <a:pt x="2644406" y="116497"/>
                  </a:lnTo>
                  <a:lnTo>
                    <a:pt x="2622981" y="159943"/>
                  </a:lnTo>
                  <a:lnTo>
                    <a:pt x="2610447" y="206743"/>
                  </a:lnTo>
                  <a:lnTo>
                    <a:pt x="2607868" y="228701"/>
                  </a:lnTo>
                  <a:lnTo>
                    <a:pt x="68376" y="228701"/>
                  </a:lnTo>
                  <a:lnTo>
                    <a:pt x="28536" y="243700"/>
                  </a:lnTo>
                  <a:lnTo>
                    <a:pt x="3733" y="278320"/>
                  </a:lnTo>
                  <a:lnTo>
                    <a:pt x="0" y="297078"/>
                  </a:lnTo>
                  <a:lnTo>
                    <a:pt x="0" y="301891"/>
                  </a:lnTo>
                  <a:lnTo>
                    <a:pt x="2400" y="301891"/>
                  </a:lnTo>
                  <a:lnTo>
                    <a:pt x="1397" y="305904"/>
                  </a:lnTo>
                  <a:lnTo>
                    <a:pt x="342" y="312978"/>
                  </a:lnTo>
                  <a:lnTo>
                    <a:pt x="0" y="320179"/>
                  </a:lnTo>
                  <a:lnTo>
                    <a:pt x="0" y="891959"/>
                  </a:lnTo>
                  <a:lnTo>
                    <a:pt x="3949" y="932116"/>
                  </a:lnTo>
                  <a:lnTo>
                    <a:pt x="15671" y="970724"/>
                  </a:lnTo>
                  <a:lnTo>
                    <a:pt x="34683" y="1006309"/>
                  </a:lnTo>
                  <a:lnTo>
                    <a:pt x="60286" y="1037501"/>
                  </a:lnTo>
                  <a:lnTo>
                    <a:pt x="91478" y="1063104"/>
                  </a:lnTo>
                  <a:lnTo>
                    <a:pt x="127063" y="1082116"/>
                  </a:lnTo>
                  <a:lnTo>
                    <a:pt x="165684" y="1093838"/>
                  </a:lnTo>
                  <a:lnTo>
                    <a:pt x="205841" y="1097788"/>
                  </a:lnTo>
                  <a:lnTo>
                    <a:pt x="5502719" y="1097788"/>
                  </a:lnTo>
                  <a:lnTo>
                    <a:pt x="5542877" y="1093838"/>
                  </a:lnTo>
                  <a:lnTo>
                    <a:pt x="5581497" y="1082116"/>
                  </a:lnTo>
                  <a:lnTo>
                    <a:pt x="5617070" y="1063104"/>
                  </a:lnTo>
                  <a:lnTo>
                    <a:pt x="5647791" y="1037945"/>
                  </a:lnTo>
                  <a:lnTo>
                    <a:pt x="5673864" y="1006309"/>
                  </a:lnTo>
                  <a:lnTo>
                    <a:pt x="5692889" y="970724"/>
                  </a:lnTo>
                  <a:lnTo>
                    <a:pt x="5704611" y="932116"/>
                  </a:lnTo>
                  <a:lnTo>
                    <a:pt x="5708561" y="891959"/>
                  </a:lnTo>
                  <a:lnTo>
                    <a:pt x="5708561" y="320179"/>
                  </a:lnTo>
                  <a:lnTo>
                    <a:pt x="5708205" y="312978"/>
                  </a:lnTo>
                  <a:lnTo>
                    <a:pt x="5707164" y="305904"/>
                  </a:lnTo>
                  <a:lnTo>
                    <a:pt x="5706148" y="301891"/>
                  </a:lnTo>
                  <a:lnTo>
                    <a:pt x="5708561" y="301891"/>
                  </a:lnTo>
                  <a:lnTo>
                    <a:pt x="5708561" y="297078"/>
                  </a:lnTo>
                  <a:close/>
                </a:path>
              </a:pathLst>
            </a:custGeom>
            <a:solidFill>
              <a:srgbClr val="4D4D4D"/>
            </a:solidFill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35" name="object 35"/>
          <p:cNvSpPr txBox="1"/>
          <p:nvPr/>
        </p:nvSpPr>
        <p:spPr>
          <a:xfrm>
            <a:off x="746611" y="4995095"/>
            <a:ext cx="4295775" cy="80454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071880" algn="ctr">
              <a:lnSpc>
                <a:spcPct val="100000"/>
              </a:lnSpc>
              <a:spcBef>
                <a:spcPts val="105"/>
              </a:spcBef>
            </a:pPr>
            <a:r>
              <a:rPr sz="1550" b="1" spc="-50" dirty="0">
                <a:solidFill>
                  <a:srgbClr val="FFFFFF"/>
                </a:solidFill>
                <a:latin typeface="Tahoma" panose="020B0604030504040204"/>
                <a:cs typeface="Tahoma" panose="020B0604030504040204"/>
              </a:rPr>
              <a:t>5</a:t>
            </a:r>
            <a:endParaRPr sz="1550">
              <a:latin typeface="Tahoma" panose="020B0604030504040204"/>
              <a:cs typeface="Tahoma" panose="020B0604030504040204"/>
            </a:endParaRPr>
          </a:p>
          <a:p>
            <a:pPr>
              <a:lnSpc>
                <a:spcPct val="100000"/>
              </a:lnSpc>
              <a:spcBef>
                <a:spcPts val="470"/>
              </a:spcBef>
            </a:pPr>
            <a:endParaRPr sz="1550">
              <a:latin typeface="Tahoma" panose="020B0604030504040204"/>
              <a:cs typeface="Tahoma" panose="020B0604030504040204"/>
            </a:endParaRPr>
          </a:p>
          <a:p>
            <a:pPr marL="12700">
              <a:lnSpc>
                <a:spcPct val="100000"/>
              </a:lnSpc>
            </a:pPr>
            <a:r>
              <a:rPr sz="1600" b="1" spc="-35" dirty="0">
                <a:solidFill>
                  <a:srgbClr val="E5E0DF"/>
                </a:solidFill>
                <a:latin typeface="Tahoma" panose="020B0604030504040204"/>
                <a:cs typeface="Tahoma" panose="020B0604030504040204"/>
              </a:rPr>
              <a:t>Sentiment</a:t>
            </a:r>
            <a:r>
              <a:rPr sz="1600" b="1" spc="-55" dirty="0">
                <a:solidFill>
                  <a:srgbClr val="E5E0DF"/>
                </a:solidFill>
                <a:latin typeface="Tahoma" panose="020B0604030504040204"/>
                <a:cs typeface="Tahoma" panose="020B0604030504040204"/>
              </a:rPr>
              <a:t> </a:t>
            </a:r>
            <a:r>
              <a:rPr sz="1600" b="1" spc="-20" dirty="0">
                <a:solidFill>
                  <a:srgbClr val="E5E0DF"/>
                </a:solidFill>
                <a:latin typeface="Tahoma" panose="020B0604030504040204"/>
                <a:cs typeface="Tahoma" panose="020B0604030504040204"/>
              </a:rPr>
              <a:t>summary</a:t>
            </a:r>
            <a:r>
              <a:rPr sz="1600" b="1" spc="-55" dirty="0">
                <a:solidFill>
                  <a:srgbClr val="E5E0DF"/>
                </a:solidFill>
                <a:latin typeface="Tahoma" panose="020B0604030504040204"/>
                <a:cs typeface="Tahoma" panose="020B0604030504040204"/>
              </a:rPr>
              <a:t> </a:t>
            </a:r>
            <a:r>
              <a:rPr sz="1600" b="1" spc="-10" dirty="0">
                <a:solidFill>
                  <a:srgbClr val="E5E0DF"/>
                </a:solidFill>
                <a:latin typeface="Tahoma" panose="020B0604030504040204"/>
                <a:cs typeface="Tahoma" panose="020B0604030504040204"/>
              </a:rPr>
              <a:t>and</a:t>
            </a:r>
            <a:r>
              <a:rPr sz="1600" b="1" spc="-60" dirty="0">
                <a:solidFill>
                  <a:srgbClr val="E5E0DF"/>
                </a:solidFill>
                <a:latin typeface="Tahoma" panose="020B0604030504040204"/>
                <a:cs typeface="Tahoma" panose="020B0604030504040204"/>
              </a:rPr>
              <a:t> </a:t>
            </a:r>
            <a:r>
              <a:rPr sz="1600" b="1" spc="-25" dirty="0">
                <a:solidFill>
                  <a:srgbClr val="E5E0DF"/>
                </a:solidFill>
                <a:latin typeface="Tahoma" panose="020B0604030504040204"/>
                <a:cs typeface="Tahoma" panose="020B0604030504040204"/>
              </a:rPr>
              <a:t>transcript</a:t>
            </a:r>
            <a:r>
              <a:rPr sz="1600" b="1" spc="-50" dirty="0">
                <a:solidFill>
                  <a:srgbClr val="E5E0DF"/>
                </a:solidFill>
                <a:latin typeface="Tahoma" panose="020B0604030504040204"/>
                <a:cs typeface="Tahoma" panose="020B0604030504040204"/>
              </a:rPr>
              <a:t> </a:t>
            </a:r>
            <a:r>
              <a:rPr sz="1600" b="1" spc="-10" dirty="0">
                <a:solidFill>
                  <a:srgbClr val="E5E0DF"/>
                </a:solidFill>
                <a:latin typeface="Tahoma" panose="020B0604030504040204"/>
                <a:cs typeface="Tahoma" panose="020B0604030504040204"/>
              </a:rPr>
              <a:t>viewer.</a:t>
            </a:r>
            <a:endParaRPr sz="1600">
              <a:latin typeface="Tahoma" panose="020B0604030504040204"/>
              <a:cs typeface="Tahoma" panose="020B0604030504040204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dirty="0"/>
              <a:t>System</a:t>
            </a:r>
            <a:r>
              <a:rPr spc="-185" dirty="0"/>
              <a:t> </a:t>
            </a:r>
            <a:r>
              <a:rPr spc="-20" dirty="0"/>
              <a:t>Capabilities</a:t>
            </a:r>
            <a:r>
              <a:rPr spc="-185" dirty="0"/>
              <a:t> </a:t>
            </a:r>
            <a:r>
              <a:rPr spc="530" dirty="0"/>
              <a:t>s</a:t>
            </a:r>
            <a:r>
              <a:rPr spc="-185" dirty="0"/>
              <a:t> </a:t>
            </a:r>
            <a:r>
              <a:rPr spc="-10" dirty="0"/>
              <a:t>Constraints</a:t>
            </a:r>
            <a:endParaRPr spc="-10" dirty="0"/>
          </a:p>
        </p:txBody>
      </p:sp>
      <p:sp>
        <p:nvSpPr>
          <p:cNvPr id="3" name="object 3"/>
          <p:cNvSpPr/>
          <p:nvPr/>
        </p:nvSpPr>
        <p:spPr>
          <a:xfrm>
            <a:off x="625872" y="2797577"/>
            <a:ext cx="5019675" cy="1933575"/>
          </a:xfrm>
          <a:custGeom>
            <a:avLst/>
            <a:gdLst/>
            <a:ahLst/>
            <a:cxnLst/>
            <a:rect l="l" t="t" r="r" b="b"/>
            <a:pathLst>
              <a:path w="5019675" h="1933575">
                <a:moveTo>
                  <a:pt x="0" y="1782903"/>
                </a:moveTo>
                <a:lnTo>
                  <a:pt x="18891" y="1826276"/>
                </a:lnTo>
                <a:lnTo>
                  <a:pt x="43378" y="1860439"/>
                </a:lnTo>
                <a:lnTo>
                  <a:pt x="74056" y="1889179"/>
                </a:lnTo>
                <a:lnTo>
                  <a:pt x="109749" y="1911379"/>
                </a:lnTo>
                <a:lnTo>
                  <a:pt x="149095" y="1926174"/>
                </a:lnTo>
                <a:lnTo>
                  <a:pt x="190568" y="1933020"/>
                </a:lnTo>
                <a:lnTo>
                  <a:pt x="197569" y="1933375"/>
                </a:lnTo>
                <a:lnTo>
                  <a:pt x="4812178" y="1933375"/>
                </a:lnTo>
                <a:lnTo>
                  <a:pt x="4853860" y="1927876"/>
                </a:lnTo>
                <a:lnTo>
                  <a:pt x="4893661" y="1914376"/>
                </a:lnTo>
                <a:lnTo>
                  <a:pt x="4906732" y="1907772"/>
                </a:lnTo>
                <a:lnTo>
                  <a:pt x="188515" y="1907772"/>
                </a:lnTo>
                <a:lnTo>
                  <a:pt x="178455" y="1907527"/>
                </a:lnTo>
                <a:lnTo>
                  <a:pt x="138743" y="1901635"/>
                </a:lnTo>
                <a:lnTo>
                  <a:pt x="100951" y="1888102"/>
                </a:lnTo>
                <a:lnTo>
                  <a:pt x="66511" y="1867462"/>
                </a:lnTo>
                <a:lnTo>
                  <a:pt x="36769" y="1840501"/>
                </a:lnTo>
                <a:lnTo>
                  <a:pt x="12855" y="1808258"/>
                </a:lnTo>
                <a:lnTo>
                  <a:pt x="3391" y="1790555"/>
                </a:lnTo>
                <a:lnTo>
                  <a:pt x="0" y="1782903"/>
                </a:lnTo>
                <a:close/>
              </a:path>
              <a:path w="5019675" h="1933575">
                <a:moveTo>
                  <a:pt x="4869029" y="0"/>
                </a:moveTo>
                <a:lnTo>
                  <a:pt x="4902869" y="18241"/>
                </a:lnTo>
                <a:lnTo>
                  <a:pt x="4933895" y="43704"/>
                </a:lnTo>
                <a:lnTo>
                  <a:pt x="4959359" y="74730"/>
                </a:lnTo>
                <a:lnTo>
                  <a:pt x="4978294" y="110138"/>
                </a:lnTo>
                <a:lnTo>
                  <a:pt x="4989940" y="148555"/>
                </a:lnTo>
                <a:lnTo>
                  <a:pt x="4993877" y="188510"/>
                </a:lnTo>
                <a:lnTo>
                  <a:pt x="4993877" y="1702984"/>
                </a:lnTo>
                <a:lnTo>
                  <a:pt x="4989940" y="1742939"/>
                </a:lnTo>
                <a:lnTo>
                  <a:pt x="4978294" y="1781356"/>
                </a:lnTo>
                <a:lnTo>
                  <a:pt x="4959359" y="1816764"/>
                </a:lnTo>
                <a:lnTo>
                  <a:pt x="4933895" y="1847790"/>
                </a:lnTo>
                <a:lnTo>
                  <a:pt x="4902869" y="1873253"/>
                </a:lnTo>
                <a:lnTo>
                  <a:pt x="4867461" y="1892176"/>
                </a:lnTo>
                <a:lnTo>
                  <a:pt x="4829044" y="1903835"/>
                </a:lnTo>
                <a:lnTo>
                  <a:pt x="4789090" y="1907772"/>
                </a:lnTo>
                <a:lnTo>
                  <a:pt x="4906732" y="1907772"/>
                </a:lnTo>
                <a:lnTo>
                  <a:pt x="4946544" y="1880264"/>
                </a:lnTo>
                <a:lnTo>
                  <a:pt x="4975284" y="1849593"/>
                </a:lnTo>
                <a:lnTo>
                  <a:pt x="4997484" y="1813894"/>
                </a:lnTo>
                <a:lnTo>
                  <a:pt x="5012279" y="1774549"/>
                </a:lnTo>
                <a:lnTo>
                  <a:pt x="5019137" y="1733083"/>
                </a:lnTo>
                <a:lnTo>
                  <a:pt x="5019480" y="1726073"/>
                </a:lnTo>
                <a:lnTo>
                  <a:pt x="5019480" y="197565"/>
                </a:lnTo>
                <a:lnTo>
                  <a:pt x="5013994" y="155883"/>
                </a:lnTo>
                <a:lnTo>
                  <a:pt x="5000481" y="116081"/>
                </a:lnTo>
                <a:lnTo>
                  <a:pt x="4979450" y="79683"/>
                </a:lnTo>
                <a:lnTo>
                  <a:pt x="4951739" y="48073"/>
                </a:lnTo>
                <a:lnTo>
                  <a:pt x="4918388" y="22482"/>
                </a:lnTo>
                <a:lnTo>
                  <a:pt x="4880695" y="3902"/>
                </a:lnTo>
                <a:lnTo>
                  <a:pt x="4874091" y="1540"/>
                </a:lnTo>
                <a:lnTo>
                  <a:pt x="4869029" y="0"/>
                </a:lnTo>
                <a:close/>
              </a:path>
            </a:pathLst>
          </a:custGeom>
          <a:solidFill>
            <a:srgbClr val="4D4D4D"/>
          </a:solidFill>
        </p:spPr>
        <p:txBody>
          <a:bodyPr wrap="square" lIns="0" tIns="0" rIns="0" bIns="0" rtlCol="0"/>
          <a:lstStyle/>
          <a:p/>
        </p:txBody>
      </p:sp>
      <p:grpSp>
        <p:nvGrpSpPr>
          <p:cNvPr id="4" name="object 4"/>
          <p:cNvGrpSpPr/>
          <p:nvPr/>
        </p:nvGrpSpPr>
        <p:grpSpPr>
          <a:xfrm>
            <a:off x="600075" y="2771774"/>
            <a:ext cx="5029200" cy="1943100"/>
            <a:chOff x="600075" y="2771774"/>
            <a:chExt cx="5029200" cy="1943100"/>
          </a:xfrm>
        </p:grpSpPr>
        <p:sp>
          <p:nvSpPr>
            <p:cNvPr id="5" name="object 5"/>
            <p:cNvSpPr/>
            <p:nvPr/>
          </p:nvSpPr>
          <p:spPr>
            <a:xfrm>
              <a:off x="609600" y="2781299"/>
              <a:ext cx="5010150" cy="1924050"/>
            </a:xfrm>
            <a:custGeom>
              <a:avLst/>
              <a:gdLst/>
              <a:ahLst/>
              <a:cxnLst/>
              <a:rect l="l" t="t" r="r" b="b"/>
              <a:pathLst>
                <a:path w="5010150" h="1924050">
                  <a:moveTo>
                    <a:pt x="4812068" y="0"/>
                  </a:moveTo>
                  <a:lnTo>
                    <a:pt x="198080" y="0"/>
                  </a:lnTo>
                  <a:lnTo>
                    <a:pt x="191387" y="330"/>
                  </a:lnTo>
                  <a:lnTo>
                    <a:pt x="151759" y="6870"/>
                  </a:lnTo>
                  <a:lnTo>
                    <a:pt x="114166" y="21018"/>
                  </a:lnTo>
                  <a:lnTo>
                    <a:pt x="80054" y="42227"/>
                  </a:lnTo>
                  <a:lnTo>
                    <a:pt x="50740" y="69684"/>
                  </a:lnTo>
                  <a:lnTo>
                    <a:pt x="27344" y="102336"/>
                  </a:lnTo>
                  <a:lnTo>
                    <a:pt x="10765" y="138925"/>
                  </a:lnTo>
                  <a:lnTo>
                    <a:pt x="1642" y="178041"/>
                  </a:lnTo>
                  <a:lnTo>
                    <a:pt x="0" y="198081"/>
                  </a:lnTo>
                  <a:lnTo>
                    <a:pt x="0" y="1719262"/>
                  </a:lnTo>
                  <a:lnTo>
                    <a:pt x="0" y="1725968"/>
                  </a:lnTo>
                  <a:lnTo>
                    <a:pt x="5243" y="1765795"/>
                  </a:lnTo>
                  <a:lnTo>
                    <a:pt x="18157" y="1803831"/>
                  </a:lnTo>
                  <a:lnTo>
                    <a:pt x="38238" y="1838617"/>
                  </a:lnTo>
                  <a:lnTo>
                    <a:pt x="64725" y="1868805"/>
                  </a:lnTo>
                  <a:lnTo>
                    <a:pt x="96589" y="1893265"/>
                  </a:lnTo>
                  <a:lnTo>
                    <a:pt x="132615" y="1911032"/>
                  </a:lnTo>
                  <a:lnTo>
                    <a:pt x="171415" y="1921421"/>
                  </a:lnTo>
                  <a:lnTo>
                    <a:pt x="198080" y="1924050"/>
                  </a:lnTo>
                  <a:lnTo>
                    <a:pt x="4812068" y="1924050"/>
                  </a:lnTo>
                  <a:lnTo>
                    <a:pt x="4851895" y="1918804"/>
                  </a:lnTo>
                  <a:lnTo>
                    <a:pt x="4889931" y="1905889"/>
                  </a:lnTo>
                  <a:lnTo>
                    <a:pt x="4924717" y="1885810"/>
                  </a:lnTo>
                  <a:lnTo>
                    <a:pt x="4954905" y="1859330"/>
                  </a:lnTo>
                  <a:lnTo>
                    <a:pt x="4979365" y="1827453"/>
                  </a:lnTo>
                  <a:lnTo>
                    <a:pt x="4997132" y="1791436"/>
                  </a:lnTo>
                  <a:lnTo>
                    <a:pt x="5007521" y="1752638"/>
                  </a:lnTo>
                  <a:lnTo>
                    <a:pt x="5010150" y="1725968"/>
                  </a:lnTo>
                  <a:lnTo>
                    <a:pt x="5010150" y="198081"/>
                  </a:lnTo>
                  <a:lnTo>
                    <a:pt x="5004904" y="158254"/>
                  </a:lnTo>
                  <a:lnTo>
                    <a:pt x="4991989" y="120218"/>
                  </a:lnTo>
                  <a:lnTo>
                    <a:pt x="4971910" y="85432"/>
                  </a:lnTo>
                  <a:lnTo>
                    <a:pt x="4945430" y="55232"/>
                  </a:lnTo>
                  <a:lnTo>
                    <a:pt x="4913566" y="30784"/>
                  </a:lnTo>
                  <a:lnTo>
                    <a:pt x="4877536" y="13017"/>
                  </a:lnTo>
                  <a:lnTo>
                    <a:pt x="4838738" y="2628"/>
                  </a:lnTo>
                  <a:lnTo>
                    <a:pt x="4818761" y="330"/>
                  </a:lnTo>
                  <a:lnTo>
                    <a:pt x="4812068" y="0"/>
                  </a:lnTo>
                  <a:close/>
                </a:path>
              </a:pathLst>
            </a:custGeom>
            <a:solidFill>
              <a:srgbClr val="040404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6" name="object 6"/>
            <p:cNvSpPr/>
            <p:nvPr/>
          </p:nvSpPr>
          <p:spPr>
            <a:xfrm>
              <a:off x="609600" y="2781299"/>
              <a:ext cx="5010150" cy="1924050"/>
            </a:xfrm>
            <a:custGeom>
              <a:avLst/>
              <a:gdLst/>
              <a:ahLst/>
              <a:cxnLst/>
              <a:rect l="l" t="t" r="r" b="b"/>
              <a:pathLst>
                <a:path w="5010150" h="1924050">
                  <a:moveTo>
                    <a:pt x="0" y="1719262"/>
                  </a:moveTo>
                  <a:lnTo>
                    <a:pt x="0" y="204787"/>
                  </a:lnTo>
                  <a:lnTo>
                    <a:pt x="0" y="198081"/>
                  </a:lnTo>
                  <a:lnTo>
                    <a:pt x="327" y="191389"/>
                  </a:lnTo>
                  <a:lnTo>
                    <a:pt x="986" y="184708"/>
                  </a:lnTo>
                  <a:lnTo>
                    <a:pt x="1642" y="178041"/>
                  </a:lnTo>
                  <a:lnTo>
                    <a:pt x="2623" y="171411"/>
                  </a:lnTo>
                  <a:lnTo>
                    <a:pt x="3934" y="164833"/>
                  </a:lnTo>
                  <a:lnTo>
                    <a:pt x="5243" y="158254"/>
                  </a:lnTo>
                  <a:lnTo>
                    <a:pt x="6870" y="151752"/>
                  </a:lnTo>
                  <a:lnTo>
                    <a:pt x="21019" y="114173"/>
                  </a:lnTo>
                  <a:lnTo>
                    <a:pt x="42227" y="80060"/>
                  </a:lnTo>
                  <a:lnTo>
                    <a:pt x="59982" y="59982"/>
                  </a:lnTo>
                  <a:lnTo>
                    <a:pt x="64725" y="55232"/>
                  </a:lnTo>
                  <a:lnTo>
                    <a:pt x="69686" y="50736"/>
                  </a:lnTo>
                  <a:lnTo>
                    <a:pt x="74870" y="46482"/>
                  </a:lnTo>
                  <a:lnTo>
                    <a:pt x="80054" y="42227"/>
                  </a:lnTo>
                  <a:lnTo>
                    <a:pt x="85436" y="38239"/>
                  </a:lnTo>
                  <a:lnTo>
                    <a:pt x="91013" y="34518"/>
                  </a:lnTo>
                  <a:lnTo>
                    <a:pt x="96589" y="30784"/>
                  </a:lnTo>
                  <a:lnTo>
                    <a:pt x="102334" y="27343"/>
                  </a:lnTo>
                  <a:lnTo>
                    <a:pt x="108252" y="24180"/>
                  </a:lnTo>
                  <a:lnTo>
                    <a:pt x="114166" y="21018"/>
                  </a:lnTo>
                  <a:lnTo>
                    <a:pt x="120223" y="18148"/>
                  </a:lnTo>
                  <a:lnTo>
                    <a:pt x="126419" y="15582"/>
                  </a:lnTo>
                  <a:lnTo>
                    <a:pt x="132615" y="13017"/>
                  </a:lnTo>
                  <a:lnTo>
                    <a:pt x="164837" y="3937"/>
                  </a:lnTo>
                  <a:lnTo>
                    <a:pt x="171415" y="2628"/>
                  </a:lnTo>
                  <a:lnTo>
                    <a:pt x="178038" y="1638"/>
                  </a:lnTo>
                  <a:lnTo>
                    <a:pt x="184715" y="977"/>
                  </a:lnTo>
                  <a:lnTo>
                    <a:pt x="191387" y="330"/>
                  </a:lnTo>
                  <a:lnTo>
                    <a:pt x="198080" y="0"/>
                  </a:lnTo>
                  <a:lnTo>
                    <a:pt x="204787" y="0"/>
                  </a:lnTo>
                  <a:lnTo>
                    <a:pt x="4805362" y="0"/>
                  </a:lnTo>
                  <a:lnTo>
                    <a:pt x="4812068" y="0"/>
                  </a:lnTo>
                  <a:lnTo>
                    <a:pt x="4818761" y="330"/>
                  </a:lnTo>
                  <a:lnTo>
                    <a:pt x="4825428" y="977"/>
                  </a:lnTo>
                  <a:lnTo>
                    <a:pt x="4832108" y="1638"/>
                  </a:lnTo>
                  <a:lnTo>
                    <a:pt x="4838738" y="2628"/>
                  </a:lnTo>
                  <a:lnTo>
                    <a:pt x="4845316" y="3937"/>
                  </a:lnTo>
                  <a:lnTo>
                    <a:pt x="4851895" y="5245"/>
                  </a:lnTo>
                  <a:lnTo>
                    <a:pt x="4889931" y="18148"/>
                  </a:lnTo>
                  <a:lnTo>
                    <a:pt x="4901895" y="24180"/>
                  </a:lnTo>
                  <a:lnTo>
                    <a:pt x="4907813" y="27343"/>
                  </a:lnTo>
                  <a:lnTo>
                    <a:pt x="4913566" y="30784"/>
                  </a:lnTo>
                  <a:lnTo>
                    <a:pt x="4919141" y="34518"/>
                  </a:lnTo>
                  <a:lnTo>
                    <a:pt x="4924717" y="38239"/>
                  </a:lnTo>
                  <a:lnTo>
                    <a:pt x="4950167" y="59982"/>
                  </a:lnTo>
                  <a:lnTo>
                    <a:pt x="4954905" y="64719"/>
                  </a:lnTo>
                  <a:lnTo>
                    <a:pt x="4975631" y="91008"/>
                  </a:lnTo>
                  <a:lnTo>
                    <a:pt x="4979365" y="96596"/>
                  </a:lnTo>
                  <a:lnTo>
                    <a:pt x="4982806" y="102336"/>
                  </a:lnTo>
                  <a:lnTo>
                    <a:pt x="4985969" y="108254"/>
                  </a:lnTo>
                  <a:lnTo>
                    <a:pt x="4989131" y="114173"/>
                  </a:lnTo>
                  <a:lnTo>
                    <a:pt x="4991989" y="120218"/>
                  </a:lnTo>
                  <a:lnTo>
                    <a:pt x="4994554" y="126415"/>
                  </a:lnTo>
                  <a:lnTo>
                    <a:pt x="4997132" y="132613"/>
                  </a:lnTo>
                  <a:lnTo>
                    <a:pt x="4999380" y="138925"/>
                  </a:lnTo>
                  <a:lnTo>
                    <a:pt x="5001323" y="145338"/>
                  </a:lnTo>
                  <a:lnTo>
                    <a:pt x="5003279" y="151752"/>
                  </a:lnTo>
                  <a:lnTo>
                    <a:pt x="5004904" y="158254"/>
                  </a:lnTo>
                  <a:lnTo>
                    <a:pt x="5006213" y="164833"/>
                  </a:lnTo>
                  <a:lnTo>
                    <a:pt x="5007521" y="171411"/>
                  </a:lnTo>
                  <a:lnTo>
                    <a:pt x="5008511" y="178041"/>
                  </a:lnTo>
                  <a:lnTo>
                    <a:pt x="5009159" y="184708"/>
                  </a:lnTo>
                  <a:lnTo>
                    <a:pt x="5009819" y="191389"/>
                  </a:lnTo>
                  <a:lnTo>
                    <a:pt x="5010150" y="198081"/>
                  </a:lnTo>
                  <a:lnTo>
                    <a:pt x="5010150" y="204787"/>
                  </a:lnTo>
                  <a:lnTo>
                    <a:pt x="5010150" y="1719262"/>
                  </a:lnTo>
                  <a:lnTo>
                    <a:pt x="5010150" y="1725968"/>
                  </a:lnTo>
                  <a:lnTo>
                    <a:pt x="5009819" y="1732661"/>
                  </a:lnTo>
                  <a:lnTo>
                    <a:pt x="5009159" y="1739341"/>
                  </a:lnTo>
                  <a:lnTo>
                    <a:pt x="5008511" y="1746008"/>
                  </a:lnTo>
                  <a:lnTo>
                    <a:pt x="5007521" y="1752638"/>
                  </a:lnTo>
                  <a:lnTo>
                    <a:pt x="5006213" y="1759216"/>
                  </a:lnTo>
                  <a:lnTo>
                    <a:pt x="5004904" y="1765795"/>
                  </a:lnTo>
                  <a:lnTo>
                    <a:pt x="5003279" y="1772285"/>
                  </a:lnTo>
                  <a:lnTo>
                    <a:pt x="5001323" y="1778711"/>
                  </a:lnTo>
                  <a:lnTo>
                    <a:pt x="4999380" y="1785124"/>
                  </a:lnTo>
                  <a:lnTo>
                    <a:pt x="4997132" y="1791436"/>
                  </a:lnTo>
                  <a:lnTo>
                    <a:pt x="4994554" y="1797634"/>
                  </a:lnTo>
                  <a:lnTo>
                    <a:pt x="4991989" y="1803831"/>
                  </a:lnTo>
                  <a:lnTo>
                    <a:pt x="4989131" y="1809889"/>
                  </a:lnTo>
                  <a:lnTo>
                    <a:pt x="4985969" y="1815795"/>
                  </a:lnTo>
                  <a:lnTo>
                    <a:pt x="4982806" y="1821713"/>
                  </a:lnTo>
                  <a:lnTo>
                    <a:pt x="4979365" y="1827453"/>
                  </a:lnTo>
                  <a:lnTo>
                    <a:pt x="4975631" y="1833029"/>
                  </a:lnTo>
                  <a:lnTo>
                    <a:pt x="4971910" y="1838617"/>
                  </a:lnTo>
                  <a:lnTo>
                    <a:pt x="4967922" y="1843989"/>
                  </a:lnTo>
                  <a:lnTo>
                    <a:pt x="4963668" y="1849170"/>
                  </a:lnTo>
                  <a:lnTo>
                    <a:pt x="4959413" y="1854365"/>
                  </a:lnTo>
                  <a:lnTo>
                    <a:pt x="4930089" y="1881822"/>
                  </a:lnTo>
                  <a:lnTo>
                    <a:pt x="4919141" y="1889531"/>
                  </a:lnTo>
                  <a:lnTo>
                    <a:pt x="4913566" y="1893265"/>
                  </a:lnTo>
                  <a:lnTo>
                    <a:pt x="4907813" y="1896706"/>
                  </a:lnTo>
                  <a:lnTo>
                    <a:pt x="4901895" y="1899869"/>
                  </a:lnTo>
                  <a:lnTo>
                    <a:pt x="4895989" y="1903031"/>
                  </a:lnTo>
                  <a:lnTo>
                    <a:pt x="4889931" y="1905889"/>
                  </a:lnTo>
                  <a:lnTo>
                    <a:pt x="4883734" y="1908454"/>
                  </a:lnTo>
                  <a:lnTo>
                    <a:pt x="4877536" y="1911032"/>
                  </a:lnTo>
                  <a:lnTo>
                    <a:pt x="4838738" y="1921421"/>
                  </a:lnTo>
                  <a:lnTo>
                    <a:pt x="4825428" y="1923059"/>
                  </a:lnTo>
                  <a:lnTo>
                    <a:pt x="4818761" y="1923719"/>
                  </a:lnTo>
                  <a:lnTo>
                    <a:pt x="4812068" y="1924050"/>
                  </a:lnTo>
                  <a:lnTo>
                    <a:pt x="4805362" y="1924050"/>
                  </a:lnTo>
                  <a:lnTo>
                    <a:pt x="204787" y="1924050"/>
                  </a:lnTo>
                  <a:lnTo>
                    <a:pt x="198080" y="1924050"/>
                  </a:lnTo>
                  <a:lnTo>
                    <a:pt x="191387" y="1923719"/>
                  </a:lnTo>
                  <a:lnTo>
                    <a:pt x="184715" y="1923059"/>
                  </a:lnTo>
                  <a:lnTo>
                    <a:pt x="178038" y="1922399"/>
                  </a:lnTo>
                  <a:lnTo>
                    <a:pt x="138921" y="1913280"/>
                  </a:lnTo>
                  <a:lnTo>
                    <a:pt x="126419" y="1908454"/>
                  </a:lnTo>
                  <a:lnTo>
                    <a:pt x="120223" y="1905889"/>
                  </a:lnTo>
                  <a:lnTo>
                    <a:pt x="114166" y="1903031"/>
                  </a:lnTo>
                  <a:lnTo>
                    <a:pt x="108252" y="1899869"/>
                  </a:lnTo>
                  <a:lnTo>
                    <a:pt x="102334" y="1896706"/>
                  </a:lnTo>
                  <a:lnTo>
                    <a:pt x="96589" y="1893265"/>
                  </a:lnTo>
                  <a:lnTo>
                    <a:pt x="91013" y="1889531"/>
                  </a:lnTo>
                  <a:lnTo>
                    <a:pt x="85436" y="1885810"/>
                  </a:lnTo>
                  <a:lnTo>
                    <a:pt x="55239" y="1859330"/>
                  </a:lnTo>
                  <a:lnTo>
                    <a:pt x="46484" y="1849170"/>
                  </a:lnTo>
                  <a:lnTo>
                    <a:pt x="42227" y="1843989"/>
                  </a:lnTo>
                  <a:lnTo>
                    <a:pt x="38238" y="1838617"/>
                  </a:lnTo>
                  <a:lnTo>
                    <a:pt x="34513" y="1833029"/>
                  </a:lnTo>
                  <a:lnTo>
                    <a:pt x="30787" y="1827453"/>
                  </a:lnTo>
                  <a:lnTo>
                    <a:pt x="27344" y="1821713"/>
                  </a:lnTo>
                  <a:lnTo>
                    <a:pt x="24179" y="1815795"/>
                  </a:lnTo>
                  <a:lnTo>
                    <a:pt x="21019" y="1809889"/>
                  </a:lnTo>
                  <a:lnTo>
                    <a:pt x="6870" y="1772285"/>
                  </a:lnTo>
                  <a:lnTo>
                    <a:pt x="3934" y="1759216"/>
                  </a:lnTo>
                  <a:lnTo>
                    <a:pt x="2623" y="1752638"/>
                  </a:lnTo>
                  <a:lnTo>
                    <a:pt x="1642" y="1746008"/>
                  </a:lnTo>
                  <a:lnTo>
                    <a:pt x="986" y="1739341"/>
                  </a:lnTo>
                  <a:lnTo>
                    <a:pt x="327" y="1732661"/>
                  </a:lnTo>
                  <a:lnTo>
                    <a:pt x="0" y="1725968"/>
                  </a:lnTo>
                  <a:lnTo>
                    <a:pt x="0" y="1719262"/>
                  </a:lnTo>
                  <a:close/>
                </a:path>
              </a:pathLst>
            </a:custGeom>
            <a:ln w="19050">
              <a:solidFill>
                <a:srgbClr val="4D4D4D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7" name="object 7"/>
            <p:cNvSpPr/>
            <p:nvPr/>
          </p:nvSpPr>
          <p:spPr>
            <a:xfrm>
              <a:off x="635198" y="2824585"/>
              <a:ext cx="4991100" cy="154305"/>
            </a:xfrm>
            <a:custGeom>
              <a:avLst/>
              <a:gdLst/>
              <a:ahLst/>
              <a:cxnLst/>
              <a:rect l="l" t="t" r="r" b="b"/>
              <a:pathLst>
                <a:path w="4991100" h="154305">
                  <a:moveTo>
                    <a:pt x="4895404" y="0"/>
                  </a:moveTo>
                  <a:lnTo>
                    <a:pt x="4930967" y="31532"/>
                  </a:lnTo>
                  <a:lnTo>
                    <a:pt x="4953893" y="69846"/>
                  </a:lnTo>
                  <a:lnTo>
                    <a:pt x="4964775" y="113153"/>
                  </a:lnTo>
                  <a:lnTo>
                    <a:pt x="4965501" y="128164"/>
                  </a:lnTo>
                  <a:lnTo>
                    <a:pt x="1930" y="128164"/>
                  </a:lnTo>
                  <a:lnTo>
                    <a:pt x="1852" y="128614"/>
                  </a:lnTo>
                  <a:lnTo>
                    <a:pt x="823" y="136955"/>
                  </a:lnTo>
                  <a:lnTo>
                    <a:pt x="205" y="145340"/>
                  </a:lnTo>
                  <a:lnTo>
                    <a:pt x="0" y="153767"/>
                  </a:lnTo>
                  <a:lnTo>
                    <a:pt x="4991104" y="153767"/>
                  </a:lnTo>
                  <a:lnTo>
                    <a:pt x="4985957" y="112096"/>
                  </a:lnTo>
                  <a:lnTo>
                    <a:pt x="4970857" y="72940"/>
                  </a:lnTo>
                  <a:lnTo>
                    <a:pt x="4946694" y="38634"/>
                  </a:lnTo>
                  <a:lnTo>
                    <a:pt x="4914904" y="11210"/>
                  </a:lnTo>
                  <a:lnTo>
                    <a:pt x="4900474" y="2551"/>
                  </a:lnTo>
                  <a:lnTo>
                    <a:pt x="4895404" y="0"/>
                  </a:lnTo>
                  <a:close/>
                </a:path>
              </a:pathLst>
            </a:custGeom>
            <a:solidFill>
              <a:srgbClr val="656565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8" name="object 8"/>
            <p:cNvSpPr/>
            <p:nvPr/>
          </p:nvSpPr>
          <p:spPr>
            <a:xfrm>
              <a:off x="619585" y="2795140"/>
              <a:ext cx="4990465" cy="158115"/>
            </a:xfrm>
            <a:custGeom>
              <a:avLst/>
              <a:gdLst/>
              <a:ahLst/>
              <a:cxnLst/>
              <a:rect l="l" t="t" r="r" b="b"/>
              <a:pathLst>
                <a:path w="4990465" h="158114">
                  <a:moveTo>
                    <a:pt x="4856830" y="0"/>
                  </a:moveTo>
                  <a:lnTo>
                    <a:pt x="133346" y="0"/>
                  </a:lnTo>
                  <a:lnTo>
                    <a:pt x="121294" y="3024"/>
                  </a:lnTo>
                  <a:lnTo>
                    <a:pt x="75718" y="24551"/>
                  </a:lnTo>
                  <a:lnTo>
                    <a:pt x="38390" y="58420"/>
                  </a:lnTo>
                  <a:lnTo>
                    <a:pt x="12591" y="101526"/>
                  </a:lnTo>
                  <a:lnTo>
                    <a:pt x="355" y="150246"/>
                  </a:lnTo>
                  <a:lnTo>
                    <a:pt x="0" y="157609"/>
                  </a:lnTo>
                  <a:lnTo>
                    <a:pt x="4990178" y="157609"/>
                  </a:lnTo>
                  <a:lnTo>
                    <a:pt x="4983293" y="117442"/>
                  </a:lnTo>
                  <a:lnTo>
                    <a:pt x="4961770" y="71865"/>
                  </a:lnTo>
                  <a:lnTo>
                    <a:pt x="4927903" y="34534"/>
                  </a:lnTo>
                  <a:lnTo>
                    <a:pt x="4884797" y="8727"/>
                  </a:lnTo>
                  <a:lnTo>
                    <a:pt x="4856830" y="0"/>
                  </a:lnTo>
                  <a:close/>
                </a:path>
              </a:pathLst>
            </a:custGeom>
            <a:solidFill>
              <a:srgbClr val="4D4D4D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9" name="object 9"/>
            <p:cNvSpPr/>
            <p:nvPr/>
          </p:nvSpPr>
          <p:spPr>
            <a:xfrm>
              <a:off x="619531" y="2942856"/>
              <a:ext cx="4990465" cy="19050"/>
            </a:xfrm>
            <a:custGeom>
              <a:avLst/>
              <a:gdLst/>
              <a:ahLst/>
              <a:cxnLst/>
              <a:rect l="l" t="t" r="r" b="b"/>
              <a:pathLst>
                <a:path w="4990465" h="19050">
                  <a:moveTo>
                    <a:pt x="4990274" y="2540"/>
                  </a:moveTo>
                  <a:lnTo>
                    <a:pt x="4989677" y="2540"/>
                  </a:lnTo>
                  <a:lnTo>
                    <a:pt x="4989677" y="0"/>
                  </a:lnTo>
                  <a:lnTo>
                    <a:pt x="596" y="0"/>
                  </a:lnTo>
                  <a:lnTo>
                    <a:pt x="596" y="2540"/>
                  </a:lnTo>
                  <a:lnTo>
                    <a:pt x="0" y="2540"/>
                  </a:lnTo>
                  <a:lnTo>
                    <a:pt x="0" y="19050"/>
                  </a:lnTo>
                  <a:lnTo>
                    <a:pt x="4990274" y="19050"/>
                  </a:lnTo>
                  <a:lnTo>
                    <a:pt x="4990274" y="2540"/>
                  </a:lnTo>
                  <a:close/>
                </a:path>
              </a:pathLst>
            </a:custGeom>
            <a:solidFill>
              <a:srgbClr val="656565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0" name="object 10"/>
            <p:cNvSpPr/>
            <p:nvPr/>
          </p:nvSpPr>
          <p:spPr>
            <a:xfrm>
              <a:off x="828675" y="3676662"/>
              <a:ext cx="57150" cy="723900"/>
            </a:xfrm>
            <a:custGeom>
              <a:avLst/>
              <a:gdLst/>
              <a:ahLst/>
              <a:cxnLst/>
              <a:rect l="l" t="t" r="r" b="b"/>
              <a:pathLst>
                <a:path w="57150" h="723900">
                  <a:moveTo>
                    <a:pt x="57150" y="691527"/>
                  </a:moveTo>
                  <a:lnTo>
                    <a:pt x="32359" y="666737"/>
                  </a:lnTo>
                  <a:lnTo>
                    <a:pt x="24777" y="666737"/>
                  </a:lnTo>
                  <a:lnTo>
                    <a:pt x="0" y="691527"/>
                  </a:lnTo>
                  <a:lnTo>
                    <a:pt x="0" y="699096"/>
                  </a:lnTo>
                  <a:lnTo>
                    <a:pt x="24777" y="723887"/>
                  </a:lnTo>
                  <a:lnTo>
                    <a:pt x="32359" y="723887"/>
                  </a:lnTo>
                  <a:lnTo>
                    <a:pt x="57150" y="699096"/>
                  </a:lnTo>
                  <a:lnTo>
                    <a:pt x="57150" y="695312"/>
                  </a:lnTo>
                  <a:lnTo>
                    <a:pt x="57150" y="691527"/>
                  </a:lnTo>
                  <a:close/>
                </a:path>
                <a:path w="57150" h="723900">
                  <a:moveTo>
                    <a:pt x="57150" y="358152"/>
                  </a:moveTo>
                  <a:lnTo>
                    <a:pt x="32359" y="333362"/>
                  </a:lnTo>
                  <a:lnTo>
                    <a:pt x="24777" y="333362"/>
                  </a:lnTo>
                  <a:lnTo>
                    <a:pt x="0" y="358152"/>
                  </a:lnTo>
                  <a:lnTo>
                    <a:pt x="0" y="365721"/>
                  </a:lnTo>
                  <a:lnTo>
                    <a:pt x="24777" y="390512"/>
                  </a:lnTo>
                  <a:lnTo>
                    <a:pt x="32359" y="390512"/>
                  </a:lnTo>
                  <a:lnTo>
                    <a:pt x="57150" y="365721"/>
                  </a:lnTo>
                  <a:lnTo>
                    <a:pt x="57150" y="361937"/>
                  </a:lnTo>
                  <a:lnTo>
                    <a:pt x="57150" y="358152"/>
                  </a:lnTo>
                  <a:close/>
                </a:path>
                <a:path w="57150" h="723900">
                  <a:moveTo>
                    <a:pt x="57150" y="24790"/>
                  </a:moveTo>
                  <a:lnTo>
                    <a:pt x="32359" y="0"/>
                  </a:lnTo>
                  <a:lnTo>
                    <a:pt x="24777" y="0"/>
                  </a:lnTo>
                  <a:lnTo>
                    <a:pt x="0" y="24790"/>
                  </a:lnTo>
                  <a:lnTo>
                    <a:pt x="0" y="32359"/>
                  </a:lnTo>
                  <a:lnTo>
                    <a:pt x="24777" y="57150"/>
                  </a:lnTo>
                  <a:lnTo>
                    <a:pt x="32359" y="57150"/>
                  </a:lnTo>
                  <a:lnTo>
                    <a:pt x="57150" y="32359"/>
                  </a:lnTo>
                  <a:lnTo>
                    <a:pt x="57150" y="28575"/>
                  </a:lnTo>
                  <a:lnTo>
                    <a:pt x="57150" y="24790"/>
                  </a:lnTo>
                  <a:close/>
                </a:path>
              </a:pathLst>
            </a:custGeom>
            <a:solidFill>
              <a:srgbClr val="E5E0DF"/>
            </a:solidFill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11" name="object 11"/>
          <p:cNvSpPr txBox="1"/>
          <p:nvPr/>
        </p:nvSpPr>
        <p:spPr>
          <a:xfrm>
            <a:off x="777875" y="3111500"/>
            <a:ext cx="4255135" cy="135509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2000" b="1" spc="-10" dirty="0">
                <a:solidFill>
                  <a:srgbClr val="F2F2F3"/>
                </a:solidFill>
                <a:latin typeface="Tahoma" panose="020B0604030504040204"/>
                <a:cs typeface="Tahoma" panose="020B0604030504040204"/>
              </a:rPr>
              <a:t>Capabilities:</a:t>
            </a:r>
            <a:endParaRPr sz="2000">
              <a:latin typeface="Tahoma" panose="020B0604030504040204"/>
              <a:cs typeface="Tahoma" panose="020B0604030504040204"/>
            </a:endParaRPr>
          </a:p>
          <a:p>
            <a:pPr marL="286385">
              <a:lnSpc>
                <a:spcPct val="100000"/>
              </a:lnSpc>
              <a:spcBef>
                <a:spcPts val="1175"/>
              </a:spcBef>
            </a:pPr>
            <a:r>
              <a:rPr sz="1350" spc="-35" dirty="0">
                <a:solidFill>
                  <a:srgbClr val="E5E0DF"/>
                </a:solidFill>
                <a:latin typeface="Verdana" panose="020B0604030504040204"/>
                <a:cs typeface="Verdana" panose="020B0604030504040204"/>
              </a:rPr>
              <a:t>Handles</a:t>
            </a:r>
            <a:r>
              <a:rPr sz="1350" spc="-65" dirty="0">
                <a:solidFill>
                  <a:srgbClr val="E5E0DF"/>
                </a:solidFill>
                <a:latin typeface="Verdana" panose="020B0604030504040204"/>
                <a:cs typeface="Verdana" panose="020B0604030504040204"/>
              </a:rPr>
              <a:t> </a:t>
            </a:r>
            <a:r>
              <a:rPr sz="1350" spc="-35" dirty="0">
                <a:solidFill>
                  <a:srgbClr val="E5E0DF"/>
                </a:solidFill>
                <a:latin typeface="Verdana" panose="020B0604030504040204"/>
                <a:cs typeface="Verdana" panose="020B0604030504040204"/>
              </a:rPr>
              <a:t>long-</a:t>
            </a:r>
            <a:r>
              <a:rPr sz="1350" spc="-65" dirty="0">
                <a:solidFill>
                  <a:srgbClr val="E5E0DF"/>
                </a:solidFill>
                <a:latin typeface="Verdana" panose="020B0604030504040204"/>
                <a:cs typeface="Verdana" panose="020B0604030504040204"/>
              </a:rPr>
              <a:t>form</a:t>
            </a:r>
            <a:r>
              <a:rPr sz="1350" spc="-70" dirty="0">
                <a:solidFill>
                  <a:srgbClr val="E5E0DF"/>
                </a:solidFill>
                <a:latin typeface="Verdana" panose="020B0604030504040204"/>
                <a:cs typeface="Verdana" panose="020B0604030504040204"/>
              </a:rPr>
              <a:t> </a:t>
            </a:r>
            <a:r>
              <a:rPr sz="1350" spc="-40" dirty="0">
                <a:solidFill>
                  <a:srgbClr val="E5E0DF"/>
                </a:solidFill>
                <a:latin typeface="Verdana" panose="020B0604030504040204"/>
                <a:cs typeface="Verdana" panose="020B0604030504040204"/>
              </a:rPr>
              <a:t>audio</a:t>
            </a:r>
            <a:r>
              <a:rPr sz="1350" spc="-60" dirty="0">
                <a:solidFill>
                  <a:srgbClr val="E5E0DF"/>
                </a:solidFill>
                <a:latin typeface="Verdana" panose="020B0604030504040204"/>
                <a:cs typeface="Verdana" panose="020B0604030504040204"/>
              </a:rPr>
              <a:t> </a:t>
            </a:r>
            <a:r>
              <a:rPr sz="1350" spc="-10" dirty="0">
                <a:solidFill>
                  <a:srgbClr val="E5E0DF"/>
                </a:solidFill>
                <a:latin typeface="Verdana" panose="020B0604030504040204"/>
                <a:cs typeface="Verdana" panose="020B0604030504040204"/>
              </a:rPr>
              <a:t>efficiently.</a:t>
            </a:r>
            <a:endParaRPr sz="1350">
              <a:latin typeface="Verdana" panose="020B0604030504040204"/>
              <a:cs typeface="Verdana" panose="020B0604030504040204"/>
            </a:endParaRPr>
          </a:p>
          <a:p>
            <a:pPr marL="286385" marR="5080">
              <a:lnSpc>
                <a:spcPct val="162000"/>
              </a:lnSpc>
            </a:pPr>
            <a:r>
              <a:rPr sz="1350" spc="-30" dirty="0">
                <a:solidFill>
                  <a:srgbClr val="E5E0DF"/>
                </a:solidFill>
                <a:latin typeface="Verdana" panose="020B0604030504040204"/>
                <a:cs typeface="Verdana" panose="020B0604030504040204"/>
              </a:rPr>
              <a:t>Provides</a:t>
            </a:r>
            <a:r>
              <a:rPr sz="1350" spc="-70" dirty="0">
                <a:solidFill>
                  <a:srgbClr val="E5E0DF"/>
                </a:solidFill>
                <a:latin typeface="Verdana" panose="020B0604030504040204"/>
                <a:cs typeface="Verdana" panose="020B0604030504040204"/>
              </a:rPr>
              <a:t> </a:t>
            </a:r>
            <a:r>
              <a:rPr sz="1350" spc="-50" dirty="0">
                <a:solidFill>
                  <a:srgbClr val="E5E0DF"/>
                </a:solidFill>
                <a:latin typeface="Verdana" panose="020B0604030504040204"/>
                <a:cs typeface="Verdana" panose="020B0604030504040204"/>
              </a:rPr>
              <a:t>structured</a:t>
            </a:r>
            <a:r>
              <a:rPr sz="1350" spc="-75" dirty="0">
                <a:solidFill>
                  <a:srgbClr val="E5E0DF"/>
                </a:solidFill>
                <a:latin typeface="Verdana" panose="020B0604030504040204"/>
                <a:cs typeface="Verdana" panose="020B0604030504040204"/>
              </a:rPr>
              <a:t> </a:t>
            </a:r>
            <a:r>
              <a:rPr sz="1350" spc="-35" dirty="0">
                <a:solidFill>
                  <a:srgbClr val="E5E0DF"/>
                </a:solidFill>
                <a:latin typeface="Verdana" panose="020B0604030504040204"/>
                <a:cs typeface="Verdana" panose="020B0604030504040204"/>
              </a:rPr>
              <a:t>topic</a:t>
            </a:r>
            <a:r>
              <a:rPr sz="1350" spc="-70" dirty="0">
                <a:solidFill>
                  <a:srgbClr val="E5E0DF"/>
                </a:solidFill>
                <a:latin typeface="Verdana" panose="020B0604030504040204"/>
                <a:cs typeface="Verdana" panose="020B0604030504040204"/>
              </a:rPr>
              <a:t> </a:t>
            </a:r>
            <a:r>
              <a:rPr sz="1350" spc="-45" dirty="0">
                <a:solidFill>
                  <a:srgbClr val="E5E0DF"/>
                </a:solidFill>
                <a:latin typeface="Verdana" panose="020B0604030504040204"/>
                <a:cs typeface="Verdana" panose="020B0604030504040204"/>
              </a:rPr>
              <a:t>and</a:t>
            </a:r>
            <a:r>
              <a:rPr sz="1350" spc="-75" dirty="0">
                <a:solidFill>
                  <a:srgbClr val="E5E0DF"/>
                </a:solidFill>
                <a:latin typeface="Verdana" panose="020B0604030504040204"/>
                <a:cs typeface="Verdana" panose="020B0604030504040204"/>
              </a:rPr>
              <a:t> </a:t>
            </a:r>
            <a:r>
              <a:rPr sz="1350" spc="-70" dirty="0">
                <a:solidFill>
                  <a:srgbClr val="E5E0DF"/>
                </a:solidFill>
                <a:latin typeface="Verdana" panose="020B0604030504040204"/>
                <a:cs typeface="Verdana" panose="020B0604030504040204"/>
              </a:rPr>
              <a:t>sentiment</a:t>
            </a:r>
            <a:r>
              <a:rPr sz="1350" spc="-75" dirty="0">
                <a:solidFill>
                  <a:srgbClr val="E5E0DF"/>
                </a:solidFill>
                <a:latin typeface="Verdana" panose="020B0604030504040204"/>
                <a:cs typeface="Verdana" panose="020B0604030504040204"/>
              </a:rPr>
              <a:t> </a:t>
            </a:r>
            <a:r>
              <a:rPr sz="1350" spc="-25" dirty="0">
                <a:solidFill>
                  <a:srgbClr val="E5E0DF"/>
                </a:solidFill>
                <a:latin typeface="Verdana" panose="020B0604030504040204"/>
                <a:cs typeface="Verdana" panose="020B0604030504040204"/>
              </a:rPr>
              <a:t>insights. </a:t>
            </a:r>
            <a:r>
              <a:rPr sz="1350" spc="-70" dirty="0">
                <a:solidFill>
                  <a:srgbClr val="E5E0DF"/>
                </a:solidFill>
                <a:latin typeface="Verdana" panose="020B0604030504040204"/>
                <a:cs typeface="Verdana" panose="020B0604030504040204"/>
              </a:rPr>
              <a:t>Interactive </a:t>
            </a:r>
            <a:r>
              <a:rPr sz="1350" spc="-45" dirty="0">
                <a:solidFill>
                  <a:srgbClr val="E5E0DF"/>
                </a:solidFill>
                <a:latin typeface="Verdana" panose="020B0604030504040204"/>
                <a:cs typeface="Verdana" panose="020B0604030504040204"/>
              </a:rPr>
              <a:t>and</a:t>
            </a:r>
            <a:r>
              <a:rPr sz="1350" spc="-70" dirty="0">
                <a:solidFill>
                  <a:srgbClr val="E5E0DF"/>
                </a:solidFill>
                <a:latin typeface="Verdana" panose="020B0604030504040204"/>
                <a:cs typeface="Verdana" panose="020B0604030504040204"/>
              </a:rPr>
              <a:t> </a:t>
            </a:r>
            <a:r>
              <a:rPr sz="1350" spc="-50" dirty="0">
                <a:solidFill>
                  <a:srgbClr val="E5E0DF"/>
                </a:solidFill>
                <a:latin typeface="Verdana" panose="020B0604030504040204"/>
                <a:cs typeface="Verdana" panose="020B0604030504040204"/>
              </a:rPr>
              <a:t>visually</a:t>
            </a:r>
            <a:r>
              <a:rPr sz="1350" spc="-70" dirty="0">
                <a:solidFill>
                  <a:srgbClr val="E5E0DF"/>
                </a:solidFill>
                <a:latin typeface="Verdana" panose="020B0604030504040204"/>
                <a:cs typeface="Verdana" panose="020B0604030504040204"/>
              </a:rPr>
              <a:t> </a:t>
            </a:r>
            <a:r>
              <a:rPr sz="1350" spc="-85" dirty="0">
                <a:solidFill>
                  <a:srgbClr val="E5E0DF"/>
                </a:solidFill>
                <a:latin typeface="Verdana" panose="020B0604030504040204"/>
                <a:cs typeface="Verdana" panose="020B0604030504040204"/>
              </a:rPr>
              <a:t>minimal</a:t>
            </a:r>
            <a:r>
              <a:rPr sz="1350" spc="-70" dirty="0">
                <a:solidFill>
                  <a:srgbClr val="E5E0DF"/>
                </a:solidFill>
                <a:latin typeface="Verdana" panose="020B0604030504040204"/>
                <a:cs typeface="Verdana" panose="020B0604030504040204"/>
              </a:rPr>
              <a:t> </a:t>
            </a:r>
            <a:r>
              <a:rPr sz="1350" spc="-10" dirty="0">
                <a:solidFill>
                  <a:srgbClr val="E5E0DF"/>
                </a:solidFill>
                <a:latin typeface="Verdana" panose="020B0604030504040204"/>
                <a:cs typeface="Verdana" panose="020B0604030504040204"/>
              </a:rPr>
              <a:t>dashboard.</a:t>
            </a:r>
            <a:endParaRPr sz="1350">
              <a:latin typeface="Verdana" panose="020B0604030504040204"/>
              <a:cs typeface="Verdana" panose="020B0604030504040204"/>
            </a:endParaRPr>
          </a:p>
        </p:txBody>
      </p:sp>
      <p:grpSp>
        <p:nvGrpSpPr>
          <p:cNvPr id="12" name="object 12"/>
          <p:cNvGrpSpPr/>
          <p:nvPr/>
        </p:nvGrpSpPr>
        <p:grpSpPr>
          <a:xfrm>
            <a:off x="5800725" y="2514599"/>
            <a:ext cx="5045710" cy="2216785"/>
            <a:chOff x="5800725" y="2514599"/>
            <a:chExt cx="5045710" cy="2216785"/>
          </a:xfrm>
        </p:grpSpPr>
        <p:sp>
          <p:nvSpPr>
            <p:cNvPr id="13" name="object 13"/>
            <p:cNvSpPr/>
            <p:nvPr/>
          </p:nvSpPr>
          <p:spPr>
            <a:xfrm>
              <a:off x="5826527" y="2540402"/>
              <a:ext cx="5019675" cy="2190750"/>
            </a:xfrm>
            <a:custGeom>
              <a:avLst/>
              <a:gdLst/>
              <a:ahLst/>
              <a:cxnLst/>
              <a:rect l="l" t="t" r="r" b="b"/>
              <a:pathLst>
                <a:path w="5019675" h="2190750">
                  <a:moveTo>
                    <a:pt x="0" y="2040098"/>
                  </a:moveTo>
                  <a:lnTo>
                    <a:pt x="18888" y="2083451"/>
                  </a:lnTo>
                  <a:lnTo>
                    <a:pt x="43374" y="2117614"/>
                  </a:lnTo>
                  <a:lnTo>
                    <a:pt x="74057" y="2146354"/>
                  </a:lnTo>
                  <a:lnTo>
                    <a:pt x="109744" y="2168554"/>
                  </a:lnTo>
                  <a:lnTo>
                    <a:pt x="149089" y="2183349"/>
                  </a:lnTo>
                  <a:lnTo>
                    <a:pt x="190567" y="2190195"/>
                  </a:lnTo>
                  <a:lnTo>
                    <a:pt x="197565" y="2190550"/>
                  </a:lnTo>
                  <a:lnTo>
                    <a:pt x="4812173" y="2190550"/>
                  </a:lnTo>
                  <a:lnTo>
                    <a:pt x="4853854" y="2185051"/>
                  </a:lnTo>
                  <a:lnTo>
                    <a:pt x="4893656" y="2171551"/>
                  </a:lnTo>
                  <a:lnTo>
                    <a:pt x="4906727" y="2164947"/>
                  </a:lnTo>
                  <a:lnTo>
                    <a:pt x="188510" y="2164947"/>
                  </a:lnTo>
                  <a:lnTo>
                    <a:pt x="178448" y="2164702"/>
                  </a:lnTo>
                  <a:lnTo>
                    <a:pt x="138738" y="2158810"/>
                  </a:lnTo>
                  <a:lnTo>
                    <a:pt x="100943" y="2145277"/>
                  </a:lnTo>
                  <a:lnTo>
                    <a:pt x="66503" y="2124637"/>
                  </a:lnTo>
                  <a:lnTo>
                    <a:pt x="36763" y="2097676"/>
                  </a:lnTo>
                  <a:lnTo>
                    <a:pt x="12850" y="2065433"/>
                  </a:lnTo>
                  <a:lnTo>
                    <a:pt x="3382" y="2047730"/>
                  </a:lnTo>
                  <a:lnTo>
                    <a:pt x="0" y="2040098"/>
                  </a:lnTo>
                  <a:close/>
                </a:path>
                <a:path w="5019675" h="2190750">
                  <a:moveTo>
                    <a:pt x="4869023" y="0"/>
                  </a:moveTo>
                  <a:lnTo>
                    <a:pt x="4902864" y="18241"/>
                  </a:lnTo>
                  <a:lnTo>
                    <a:pt x="4933890" y="43704"/>
                  </a:lnTo>
                  <a:lnTo>
                    <a:pt x="4959353" y="74730"/>
                  </a:lnTo>
                  <a:lnTo>
                    <a:pt x="4978289" y="110138"/>
                  </a:lnTo>
                  <a:lnTo>
                    <a:pt x="4989935" y="148555"/>
                  </a:lnTo>
                  <a:lnTo>
                    <a:pt x="4993872" y="188510"/>
                  </a:lnTo>
                  <a:lnTo>
                    <a:pt x="4993872" y="1960159"/>
                  </a:lnTo>
                  <a:lnTo>
                    <a:pt x="4989935" y="2000114"/>
                  </a:lnTo>
                  <a:lnTo>
                    <a:pt x="4978276" y="2038531"/>
                  </a:lnTo>
                  <a:lnTo>
                    <a:pt x="4959353" y="2073939"/>
                  </a:lnTo>
                  <a:lnTo>
                    <a:pt x="4933890" y="2104965"/>
                  </a:lnTo>
                  <a:lnTo>
                    <a:pt x="4902864" y="2130428"/>
                  </a:lnTo>
                  <a:lnTo>
                    <a:pt x="4867456" y="2149351"/>
                  </a:lnTo>
                  <a:lnTo>
                    <a:pt x="4829039" y="2161010"/>
                  </a:lnTo>
                  <a:lnTo>
                    <a:pt x="4789084" y="2164947"/>
                  </a:lnTo>
                  <a:lnTo>
                    <a:pt x="4906727" y="2164947"/>
                  </a:lnTo>
                  <a:lnTo>
                    <a:pt x="4946539" y="2137439"/>
                  </a:lnTo>
                  <a:lnTo>
                    <a:pt x="4975279" y="2106768"/>
                  </a:lnTo>
                  <a:lnTo>
                    <a:pt x="4997479" y="2071069"/>
                  </a:lnTo>
                  <a:lnTo>
                    <a:pt x="5012287" y="2031724"/>
                  </a:lnTo>
                  <a:lnTo>
                    <a:pt x="5019132" y="1990258"/>
                  </a:lnTo>
                  <a:lnTo>
                    <a:pt x="5019475" y="1983248"/>
                  </a:lnTo>
                  <a:lnTo>
                    <a:pt x="5019475" y="197565"/>
                  </a:lnTo>
                  <a:lnTo>
                    <a:pt x="5013989" y="155883"/>
                  </a:lnTo>
                  <a:lnTo>
                    <a:pt x="5000476" y="116081"/>
                  </a:lnTo>
                  <a:lnTo>
                    <a:pt x="4979445" y="79683"/>
                  </a:lnTo>
                  <a:lnTo>
                    <a:pt x="4951733" y="48073"/>
                  </a:lnTo>
                  <a:lnTo>
                    <a:pt x="4918383" y="22482"/>
                  </a:lnTo>
                  <a:lnTo>
                    <a:pt x="4880689" y="3902"/>
                  </a:lnTo>
                  <a:lnTo>
                    <a:pt x="4874085" y="1540"/>
                  </a:lnTo>
                  <a:lnTo>
                    <a:pt x="4869023" y="0"/>
                  </a:lnTo>
                  <a:close/>
                </a:path>
              </a:pathLst>
            </a:custGeom>
            <a:solidFill>
              <a:srgbClr val="4D4D4D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4" name="object 14"/>
            <p:cNvSpPr/>
            <p:nvPr/>
          </p:nvSpPr>
          <p:spPr>
            <a:xfrm>
              <a:off x="5810250" y="2524124"/>
              <a:ext cx="5010150" cy="2181225"/>
            </a:xfrm>
            <a:custGeom>
              <a:avLst/>
              <a:gdLst/>
              <a:ahLst/>
              <a:cxnLst/>
              <a:rect l="l" t="t" r="r" b="b"/>
              <a:pathLst>
                <a:path w="5010150" h="2181225">
                  <a:moveTo>
                    <a:pt x="4812068" y="0"/>
                  </a:moveTo>
                  <a:lnTo>
                    <a:pt x="198081" y="0"/>
                  </a:lnTo>
                  <a:lnTo>
                    <a:pt x="191389" y="330"/>
                  </a:lnTo>
                  <a:lnTo>
                    <a:pt x="151765" y="6870"/>
                  </a:lnTo>
                  <a:lnTo>
                    <a:pt x="114160" y="21018"/>
                  </a:lnTo>
                  <a:lnTo>
                    <a:pt x="80060" y="42227"/>
                  </a:lnTo>
                  <a:lnTo>
                    <a:pt x="50736" y="69684"/>
                  </a:lnTo>
                  <a:lnTo>
                    <a:pt x="27343" y="102336"/>
                  </a:lnTo>
                  <a:lnTo>
                    <a:pt x="10769" y="138925"/>
                  </a:lnTo>
                  <a:lnTo>
                    <a:pt x="1638" y="178041"/>
                  </a:lnTo>
                  <a:lnTo>
                    <a:pt x="0" y="198081"/>
                  </a:lnTo>
                  <a:lnTo>
                    <a:pt x="0" y="1976437"/>
                  </a:lnTo>
                  <a:lnTo>
                    <a:pt x="0" y="1983143"/>
                  </a:lnTo>
                  <a:lnTo>
                    <a:pt x="5245" y="2022970"/>
                  </a:lnTo>
                  <a:lnTo>
                    <a:pt x="18161" y="2061006"/>
                  </a:lnTo>
                  <a:lnTo>
                    <a:pt x="38239" y="2095792"/>
                  </a:lnTo>
                  <a:lnTo>
                    <a:pt x="64719" y="2125980"/>
                  </a:lnTo>
                  <a:lnTo>
                    <a:pt x="96583" y="2150440"/>
                  </a:lnTo>
                  <a:lnTo>
                    <a:pt x="132613" y="2168207"/>
                  </a:lnTo>
                  <a:lnTo>
                    <a:pt x="171411" y="2178596"/>
                  </a:lnTo>
                  <a:lnTo>
                    <a:pt x="198081" y="2181225"/>
                  </a:lnTo>
                  <a:lnTo>
                    <a:pt x="4812068" y="2181225"/>
                  </a:lnTo>
                  <a:lnTo>
                    <a:pt x="4851895" y="2175979"/>
                  </a:lnTo>
                  <a:lnTo>
                    <a:pt x="4889931" y="2163064"/>
                  </a:lnTo>
                  <a:lnTo>
                    <a:pt x="4924717" y="2142985"/>
                  </a:lnTo>
                  <a:lnTo>
                    <a:pt x="4954905" y="2116505"/>
                  </a:lnTo>
                  <a:lnTo>
                    <a:pt x="4979365" y="2084628"/>
                  </a:lnTo>
                  <a:lnTo>
                    <a:pt x="4997132" y="2048611"/>
                  </a:lnTo>
                  <a:lnTo>
                    <a:pt x="5007521" y="2009813"/>
                  </a:lnTo>
                  <a:lnTo>
                    <a:pt x="5010150" y="1983143"/>
                  </a:lnTo>
                  <a:lnTo>
                    <a:pt x="5010150" y="198081"/>
                  </a:lnTo>
                  <a:lnTo>
                    <a:pt x="5004904" y="158254"/>
                  </a:lnTo>
                  <a:lnTo>
                    <a:pt x="4991989" y="120218"/>
                  </a:lnTo>
                  <a:lnTo>
                    <a:pt x="4971910" y="85432"/>
                  </a:lnTo>
                  <a:lnTo>
                    <a:pt x="4945430" y="55232"/>
                  </a:lnTo>
                  <a:lnTo>
                    <a:pt x="4913566" y="30784"/>
                  </a:lnTo>
                  <a:lnTo>
                    <a:pt x="4877536" y="13017"/>
                  </a:lnTo>
                  <a:lnTo>
                    <a:pt x="4838738" y="2628"/>
                  </a:lnTo>
                  <a:lnTo>
                    <a:pt x="4818761" y="330"/>
                  </a:lnTo>
                  <a:lnTo>
                    <a:pt x="4812068" y="0"/>
                  </a:lnTo>
                  <a:close/>
                </a:path>
              </a:pathLst>
            </a:custGeom>
            <a:solidFill>
              <a:srgbClr val="040404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5" name="object 15"/>
            <p:cNvSpPr/>
            <p:nvPr/>
          </p:nvSpPr>
          <p:spPr>
            <a:xfrm>
              <a:off x="5810250" y="2524124"/>
              <a:ext cx="5010150" cy="2181225"/>
            </a:xfrm>
            <a:custGeom>
              <a:avLst/>
              <a:gdLst/>
              <a:ahLst/>
              <a:cxnLst/>
              <a:rect l="l" t="t" r="r" b="b"/>
              <a:pathLst>
                <a:path w="5010150" h="2181225">
                  <a:moveTo>
                    <a:pt x="0" y="1976437"/>
                  </a:moveTo>
                  <a:lnTo>
                    <a:pt x="0" y="204787"/>
                  </a:lnTo>
                  <a:lnTo>
                    <a:pt x="0" y="198081"/>
                  </a:lnTo>
                  <a:lnTo>
                    <a:pt x="330" y="191389"/>
                  </a:lnTo>
                  <a:lnTo>
                    <a:pt x="990" y="184708"/>
                  </a:lnTo>
                  <a:lnTo>
                    <a:pt x="1638" y="178041"/>
                  </a:lnTo>
                  <a:lnTo>
                    <a:pt x="2628" y="171411"/>
                  </a:lnTo>
                  <a:lnTo>
                    <a:pt x="3937" y="164833"/>
                  </a:lnTo>
                  <a:lnTo>
                    <a:pt x="5245" y="158254"/>
                  </a:lnTo>
                  <a:lnTo>
                    <a:pt x="6870" y="151752"/>
                  </a:lnTo>
                  <a:lnTo>
                    <a:pt x="21018" y="114173"/>
                  </a:lnTo>
                  <a:lnTo>
                    <a:pt x="24180" y="108254"/>
                  </a:lnTo>
                  <a:lnTo>
                    <a:pt x="27343" y="102336"/>
                  </a:lnTo>
                  <a:lnTo>
                    <a:pt x="30784" y="96596"/>
                  </a:lnTo>
                  <a:lnTo>
                    <a:pt x="34518" y="91008"/>
                  </a:lnTo>
                  <a:lnTo>
                    <a:pt x="38239" y="85432"/>
                  </a:lnTo>
                  <a:lnTo>
                    <a:pt x="59982" y="59982"/>
                  </a:lnTo>
                  <a:lnTo>
                    <a:pt x="64719" y="55232"/>
                  </a:lnTo>
                  <a:lnTo>
                    <a:pt x="91008" y="34518"/>
                  </a:lnTo>
                  <a:lnTo>
                    <a:pt x="96583" y="30784"/>
                  </a:lnTo>
                  <a:lnTo>
                    <a:pt x="102336" y="27343"/>
                  </a:lnTo>
                  <a:lnTo>
                    <a:pt x="108254" y="24180"/>
                  </a:lnTo>
                  <a:lnTo>
                    <a:pt x="114160" y="21018"/>
                  </a:lnTo>
                  <a:lnTo>
                    <a:pt x="151765" y="6870"/>
                  </a:lnTo>
                  <a:lnTo>
                    <a:pt x="164833" y="3937"/>
                  </a:lnTo>
                  <a:lnTo>
                    <a:pt x="171411" y="2628"/>
                  </a:lnTo>
                  <a:lnTo>
                    <a:pt x="178041" y="1638"/>
                  </a:lnTo>
                  <a:lnTo>
                    <a:pt x="184721" y="977"/>
                  </a:lnTo>
                  <a:lnTo>
                    <a:pt x="191389" y="330"/>
                  </a:lnTo>
                  <a:lnTo>
                    <a:pt x="198081" y="0"/>
                  </a:lnTo>
                  <a:lnTo>
                    <a:pt x="204787" y="0"/>
                  </a:lnTo>
                  <a:lnTo>
                    <a:pt x="4805362" y="0"/>
                  </a:lnTo>
                  <a:lnTo>
                    <a:pt x="4812068" y="0"/>
                  </a:lnTo>
                  <a:lnTo>
                    <a:pt x="4818761" y="330"/>
                  </a:lnTo>
                  <a:lnTo>
                    <a:pt x="4825428" y="977"/>
                  </a:lnTo>
                  <a:lnTo>
                    <a:pt x="4832108" y="1638"/>
                  </a:lnTo>
                  <a:lnTo>
                    <a:pt x="4838738" y="2628"/>
                  </a:lnTo>
                  <a:lnTo>
                    <a:pt x="4845316" y="3937"/>
                  </a:lnTo>
                  <a:lnTo>
                    <a:pt x="4851895" y="5245"/>
                  </a:lnTo>
                  <a:lnTo>
                    <a:pt x="4883734" y="15582"/>
                  </a:lnTo>
                  <a:lnTo>
                    <a:pt x="4889931" y="18148"/>
                  </a:lnTo>
                  <a:lnTo>
                    <a:pt x="4895989" y="21018"/>
                  </a:lnTo>
                  <a:lnTo>
                    <a:pt x="4901895" y="24180"/>
                  </a:lnTo>
                  <a:lnTo>
                    <a:pt x="4907813" y="27343"/>
                  </a:lnTo>
                  <a:lnTo>
                    <a:pt x="4913566" y="30784"/>
                  </a:lnTo>
                  <a:lnTo>
                    <a:pt x="4919141" y="34518"/>
                  </a:lnTo>
                  <a:lnTo>
                    <a:pt x="4924717" y="38239"/>
                  </a:lnTo>
                  <a:lnTo>
                    <a:pt x="4950167" y="59982"/>
                  </a:lnTo>
                  <a:lnTo>
                    <a:pt x="4954905" y="64719"/>
                  </a:lnTo>
                  <a:lnTo>
                    <a:pt x="4975631" y="91008"/>
                  </a:lnTo>
                  <a:lnTo>
                    <a:pt x="4979365" y="96596"/>
                  </a:lnTo>
                  <a:lnTo>
                    <a:pt x="4982806" y="102336"/>
                  </a:lnTo>
                  <a:lnTo>
                    <a:pt x="4985969" y="108254"/>
                  </a:lnTo>
                  <a:lnTo>
                    <a:pt x="4989131" y="114173"/>
                  </a:lnTo>
                  <a:lnTo>
                    <a:pt x="4991989" y="120218"/>
                  </a:lnTo>
                  <a:lnTo>
                    <a:pt x="4994554" y="126415"/>
                  </a:lnTo>
                  <a:lnTo>
                    <a:pt x="4997132" y="132613"/>
                  </a:lnTo>
                  <a:lnTo>
                    <a:pt x="4999380" y="138925"/>
                  </a:lnTo>
                  <a:lnTo>
                    <a:pt x="5001323" y="145338"/>
                  </a:lnTo>
                  <a:lnTo>
                    <a:pt x="5003279" y="151752"/>
                  </a:lnTo>
                  <a:lnTo>
                    <a:pt x="5004904" y="158254"/>
                  </a:lnTo>
                  <a:lnTo>
                    <a:pt x="5006213" y="164833"/>
                  </a:lnTo>
                  <a:lnTo>
                    <a:pt x="5007521" y="171411"/>
                  </a:lnTo>
                  <a:lnTo>
                    <a:pt x="5008499" y="178041"/>
                  </a:lnTo>
                  <a:lnTo>
                    <a:pt x="5009159" y="184708"/>
                  </a:lnTo>
                  <a:lnTo>
                    <a:pt x="5009819" y="191389"/>
                  </a:lnTo>
                  <a:lnTo>
                    <a:pt x="5010150" y="198081"/>
                  </a:lnTo>
                  <a:lnTo>
                    <a:pt x="5010150" y="204787"/>
                  </a:lnTo>
                  <a:lnTo>
                    <a:pt x="5010150" y="1976437"/>
                  </a:lnTo>
                  <a:lnTo>
                    <a:pt x="5010150" y="1983143"/>
                  </a:lnTo>
                  <a:lnTo>
                    <a:pt x="5009819" y="1989836"/>
                  </a:lnTo>
                  <a:lnTo>
                    <a:pt x="5009159" y="1996516"/>
                  </a:lnTo>
                  <a:lnTo>
                    <a:pt x="5008499" y="2003183"/>
                  </a:lnTo>
                  <a:lnTo>
                    <a:pt x="5007521" y="2009813"/>
                  </a:lnTo>
                  <a:lnTo>
                    <a:pt x="5006213" y="2016391"/>
                  </a:lnTo>
                  <a:lnTo>
                    <a:pt x="5004904" y="2022970"/>
                  </a:lnTo>
                  <a:lnTo>
                    <a:pt x="5003279" y="2029460"/>
                  </a:lnTo>
                  <a:lnTo>
                    <a:pt x="5001323" y="2035886"/>
                  </a:lnTo>
                  <a:lnTo>
                    <a:pt x="4999380" y="2042299"/>
                  </a:lnTo>
                  <a:lnTo>
                    <a:pt x="4997132" y="2048611"/>
                  </a:lnTo>
                  <a:lnTo>
                    <a:pt x="4994554" y="2054809"/>
                  </a:lnTo>
                  <a:lnTo>
                    <a:pt x="4991989" y="2061006"/>
                  </a:lnTo>
                  <a:lnTo>
                    <a:pt x="4989131" y="2067064"/>
                  </a:lnTo>
                  <a:lnTo>
                    <a:pt x="4985969" y="2072970"/>
                  </a:lnTo>
                  <a:lnTo>
                    <a:pt x="4982806" y="2078888"/>
                  </a:lnTo>
                  <a:lnTo>
                    <a:pt x="4979365" y="2084628"/>
                  </a:lnTo>
                  <a:lnTo>
                    <a:pt x="4975631" y="2090204"/>
                  </a:lnTo>
                  <a:lnTo>
                    <a:pt x="4971910" y="2095792"/>
                  </a:lnTo>
                  <a:lnTo>
                    <a:pt x="4967922" y="2101164"/>
                  </a:lnTo>
                  <a:lnTo>
                    <a:pt x="4963668" y="2106345"/>
                  </a:lnTo>
                  <a:lnTo>
                    <a:pt x="4959413" y="2111540"/>
                  </a:lnTo>
                  <a:lnTo>
                    <a:pt x="4930089" y="2138997"/>
                  </a:lnTo>
                  <a:lnTo>
                    <a:pt x="4919141" y="2146706"/>
                  </a:lnTo>
                  <a:lnTo>
                    <a:pt x="4913566" y="2150440"/>
                  </a:lnTo>
                  <a:lnTo>
                    <a:pt x="4907813" y="2153881"/>
                  </a:lnTo>
                  <a:lnTo>
                    <a:pt x="4901895" y="2157044"/>
                  </a:lnTo>
                  <a:lnTo>
                    <a:pt x="4895989" y="2160206"/>
                  </a:lnTo>
                  <a:lnTo>
                    <a:pt x="4889931" y="2163064"/>
                  </a:lnTo>
                  <a:lnTo>
                    <a:pt x="4883734" y="2165629"/>
                  </a:lnTo>
                  <a:lnTo>
                    <a:pt x="4877536" y="2168207"/>
                  </a:lnTo>
                  <a:lnTo>
                    <a:pt x="4838738" y="2178596"/>
                  </a:lnTo>
                  <a:lnTo>
                    <a:pt x="4825428" y="2180234"/>
                  </a:lnTo>
                  <a:lnTo>
                    <a:pt x="4818761" y="2180894"/>
                  </a:lnTo>
                  <a:lnTo>
                    <a:pt x="4812068" y="2181225"/>
                  </a:lnTo>
                  <a:lnTo>
                    <a:pt x="4805362" y="2181225"/>
                  </a:lnTo>
                  <a:lnTo>
                    <a:pt x="204787" y="2181225"/>
                  </a:lnTo>
                  <a:lnTo>
                    <a:pt x="198081" y="2181225"/>
                  </a:lnTo>
                  <a:lnTo>
                    <a:pt x="191389" y="2180894"/>
                  </a:lnTo>
                  <a:lnTo>
                    <a:pt x="184721" y="2180234"/>
                  </a:lnTo>
                  <a:lnTo>
                    <a:pt x="178041" y="2179574"/>
                  </a:lnTo>
                  <a:lnTo>
                    <a:pt x="138925" y="2170455"/>
                  </a:lnTo>
                  <a:lnTo>
                    <a:pt x="126415" y="2165629"/>
                  </a:lnTo>
                  <a:lnTo>
                    <a:pt x="120218" y="2163064"/>
                  </a:lnTo>
                  <a:lnTo>
                    <a:pt x="114160" y="2160206"/>
                  </a:lnTo>
                  <a:lnTo>
                    <a:pt x="108254" y="2157044"/>
                  </a:lnTo>
                  <a:lnTo>
                    <a:pt x="102336" y="2153881"/>
                  </a:lnTo>
                  <a:lnTo>
                    <a:pt x="96583" y="2150440"/>
                  </a:lnTo>
                  <a:lnTo>
                    <a:pt x="91008" y="2146706"/>
                  </a:lnTo>
                  <a:lnTo>
                    <a:pt x="85432" y="2142985"/>
                  </a:lnTo>
                  <a:lnTo>
                    <a:pt x="55245" y="2116505"/>
                  </a:lnTo>
                  <a:lnTo>
                    <a:pt x="46482" y="2106345"/>
                  </a:lnTo>
                  <a:lnTo>
                    <a:pt x="42227" y="2101164"/>
                  </a:lnTo>
                  <a:lnTo>
                    <a:pt x="38239" y="2095792"/>
                  </a:lnTo>
                  <a:lnTo>
                    <a:pt x="34518" y="2090204"/>
                  </a:lnTo>
                  <a:lnTo>
                    <a:pt x="30784" y="2084628"/>
                  </a:lnTo>
                  <a:lnTo>
                    <a:pt x="27343" y="2078888"/>
                  </a:lnTo>
                  <a:lnTo>
                    <a:pt x="24180" y="2072970"/>
                  </a:lnTo>
                  <a:lnTo>
                    <a:pt x="21018" y="2067064"/>
                  </a:lnTo>
                  <a:lnTo>
                    <a:pt x="6870" y="2029460"/>
                  </a:lnTo>
                  <a:lnTo>
                    <a:pt x="3937" y="2016391"/>
                  </a:lnTo>
                  <a:lnTo>
                    <a:pt x="2628" y="2009813"/>
                  </a:lnTo>
                  <a:lnTo>
                    <a:pt x="1638" y="2003183"/>
                  </a:lnTo>
                  <a:lnTo>
                    <a:pt x="990" y="1996516"/>
                  </a:lnTo>
                  <a:lnTo>
                    <a:pt x="330" y="1989836"/>
                  </a:lnTo>
                  <a:lnTo>
                    <a:pt x="0" y="1983143"/>
                  </a:lnTo>
                  <a:lnTo>
                    <a:pt x="0" y="1976437"/>
                  </a:lnTo>
                  <a:close/>
                </a:path>
              </a:pathLst>
            </a:custGeom>
            <a:ln w="19050">
              <a:solidFill>
                <a:srgbClr val="4D4D4D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16" name="object 16"/>
            <p:cNvSpPr/>
            <p:nvPr/>
          </p:nvSpPr>
          <p:spPr>
            <a:xfrm>
              <a:off x="5835852" y="2567410"/>
              <a:ext cx="4991100" cy="154305"/>
            </a:xfrm>
            <a:custGeom>
              <a:avLst/>
              <a:gdLst/>
              <a:ahLst/>
              <a:cxnLst/>
              <a:rect l="l" t="t" r="r" b="b"/>
              <a:pathLst>
                <a:path w="4991100" h="154305">
                  <a:moveTo>
                    <a:pt x="4895399" y="0"/>
                  </a:moveTo>
                  <a:lnTo>
                    <a:pt x="4930962" y="31532"/>
                  </a:lnTo>
                  <a:lnTo>
                    <a:pt x="4953888" y="69846"/>
                  </a:lnTo>
                  <a:lnTo>
                    <a:pt x="4964770" y="113153"/>
                  </a:lnTo>
                  <a:lnTo>
                    <a:pt x="4965496" y="128164"/>
                  </a:lnTo>
                  <a:lnTo>
                    <a:pt x="1926" y="128164"/>
                  </a:lnTo>
                  <a:lnTo>
                    <a:pt x="1848" y="128614"/>
                  </a:lnTo>
                  <a:lnTo>
                    <a:pt x="820" y="136955"/>
                  </a:lnTo>
                  <a:lnTo>
                    <a:pt x="204" y="145340"/>
                  </a:lnTo>
                  <a:lnTo>
                    <a:pt x="0" y="153767"/>
                  </a:lnTo>
                  <a:lnTo>
                    <a:pt x="4991099" y="153767"/>
                  </a:lnTo>
                  <a:lnTo>
                    <a:pt x="4985952" y="112096"/>
                  </a:lnTo>
                  <a:lnTo>
                    <a:pt x="4970852" y="72940"/>
                  </a:lnTo>
                  <a:lnTo>
                    <a:pt x="4946683" y="38634"/>
                  </a:lnTo>
                  <a:lnTo>
                    <a:pt x="4914899" y="11210"/>
                  </a:lnTo>
                  <a:lnTo>
                    <a:pt x="4900469" y="2551"/>
                  </a:lnTo>
                  <a:lnTo>
                    <a:pt x="4895399" y="0"/>
                  </a:lnTo>
                  <a:close/>
                </a:path>
              </a:pathLst>
            </a:custGeom>
            <a:solidFill>
              <a:srgbClr val="656565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7" name="object 17"/>
            <p:cNvSpPr/>
            <p:nvPr/>
          </p:nvSpPr>
          <p:spPr>
            <a:xfrm>
              <a:off x="5820235" y="2537965"/>
              <a:ext cx="4990465" cy="158115"/>
            </a:xfrm>
            <a:custGeom>
              <a:avLst/>
              <a:gdLst/>
              <a:ahLst/>
              <a:cxnLst/>
              <a:rect l="l" t="t" r="r" b="b"/>
              <a:pathLst>
                <a:path w="4990465" h="158114">
                  <a:moveTo>
                    <a:pt x="4856830" y="0"/>
                  </a:moveTo>
                  <a:lnTo>
                    <a:pt x="133348" y="0"/>
                  </a:lnTo>
                  <a:lnTo>
                    <a:pt x="121297" y="3024"/>
                  </a:lnTo>
                  <a:lnTo>
                    <a:pt x="75720" y="24551"/>
                  </a:lnTo>
                  <a:lnTo>
                    <a:pt x="38389" y="58420"/>
                  </a:lnTo>
                  <a:lnTo>
                    <a:pt x="12595" y="101526"/>
                  </a:lnTo>
                  <a:lnTo>
                    <a:pt x="356" y="150246"/>
                  </a:lnTo>
                  <a:lnTo>
                    <a:pt x="0" y="157609"/>
                  </a:lnTo>
                  <a:lnTo>
                    <a:pt x="4990178" y="157609"/>
                  </a:lnTo>
                  <a:lnTo>
                    <a:pt x="4983293" y="117442"/>
                  </a:lnTo>
                  <a:lnTo>
                    <a:pt x="4961770" y="71865"/>
                  </a:lnTo>
                  <a:lnTo>
                    <a:pt x="4927902" y="34534"/>
                  </a:lnTo>
                  <a:lnTo>
                    <a:pt x="4884797" y="8727"/>
                  </a:lnTo>
                  <a:lnTo>
                    <a:pt x="4856830" y="0"/>
                  </a:lnTo>
                  <a:close/>
                </a:path>
              </a:pathLst>
            </a:custGeom>
            <a:solidFill>
              <a:srgbClr val="4D4D4D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8" name="object 18"/>
            <p:cNvSpPr/>
            <p:nvPr/>
          </p:nvSpPr>
          <p:spPr>
            <a:xfrm>
              <a:off x="5820156" y="2686316"/>
              <a:ext cx="4990465" cy="19050"/>
            </a:xfrm>
            <a:custGeom>
              <a:avLst/>
              <a:gdLst/>
              <a:ahLst/>
              <a:cxnLst/>
              <a:rect l="l" t="t" r="r" b="b"/>
              <a:pathLst>
                <a:path w="4990465" h="19050">
                  <a:moveTo>
                    <a:pt x="4990325" y="2540"/>
                  </a:moveTo>
                  <a:lnTo>
                    <a:pt x="4989804" y="2540"/>
                  </a:lnTo>
                  <a:lnTo>
                    <a:pt x="4989804" y="0"/>
                  </a:lnTo>
                  <a:lnTo>
                    <a:pt x="520" y="0"/>
                  </a:lnTo>
                  <a:lnTo>
                    <a:pt x="520" y="2540"/>
                  </a:lnTo>
                  <a:lnTo>
                    <a:pt x="0" y="2540"/>
                  </a:lnTo>
                  <a:lnTo>
                    <a:pt x="0" y="19050"/>
                  </a:lnTo>
                  <a:lnTo>
                    <a:pt x="4990325" y="19050"/>
                  </a:lnTo>
                  <a:lnTo>
                    <a:pt x="4990325" y="2540"/>
                  </a:lnTo>
                  <a:close/>
                </a:path>
              </a:pathLst>
            </a:custGeom>
            <a:solidFill>
              <a:srgbClr val="656565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9" name="object 19"/>
            <p:cNvSpPr/>
            <p:nvPr/>
          </p:nvSpPr>
          <p:spPr>
            <a:xfrm>
              <a:off x="6029325" y="3419487"/>
              <a:ext cx="57150" cy="723900"/>
            </a:xfrm>
            <a:custGeom>
              <a:avLst/>
              <a:gdLst/>
              <a:ahLst/>
              <a:cxnLst/>
              <a:rect l="l" t="t" r="r" b="b"/>
              <a:pathLst>
                <a:path w="57150" h="723900">
                  <a:moveTo>
                    <a:pt x="57150" y="691527"/>
                  </a:moveTo>
                  <a:lnTo>
                    <a:pt x="32346" y="666737"/>
                  </a:lnTo>
                  <a:lnTo>
                    <a:pt x="24790" y="666737"/>
                  </a:lnTo>
                  <a:lnTo>
                    <a:pt x="0" y="691527"/>
                  </a:lnTo>
                  <a:lnTo>
                    <a:pt x="0" y="699096"/>
                  </a:lnTo>
                  <a:lnTo>
                    <a:pt x="24790" y="723887"/>
                  </a:lnTo>
                  <a:lnTo>
                    <a:pt x="32346" y="723887"/>
                  </a:lnTo>
                  <a:lnTo>
                    <a:pt x="57150" y="699096"/>
                  </a:lnTo>
                  <a:lnTo>
                    <a:pt x="57150" y="695312"/>
                  </a:lnTo>
                  <a:lnTo>
                    <a:pt x="57150" y="691527"/>
                  </a:lnTo>
                  <a:close/>
                </a:path>
                <a:path w="57150" h="723900">
                  <a:moveTo>
                    <a:pt x="57150" y="358165"/>
                  </a:moveTo>
                  <a:lnTo>
                    <a:pt x="32346" y="333375"/>
                  </a:lnTo>
                  <a:lnTo>
                    <a:pt x="24790" y="333375"/>
                  </a:lnTo>
                  <a:lnTo>
                    <a:pt x="0" y="358165"/>
                  </a:lnTo>
                  <a:lnTo>
                    <a:pt x="0" y="365734"/>
                  </a:lnTo>
                  <a:lnTo>
                    <a:pt x="24790" y="390525"/>
                  </a:lnTo>
                  <a:lnTo>
                    <a:pt x="32346" y="390525"/>
                  </a:lnTo>
                  <a:lnTo>
                    <a:pt x="57150" y="365734"/>
                  </a:lnTo>
                  <a:lnTo>
                    <a:pt x="57150" y="361950"/>
                  </a:lnTo>
                  <a:lnTo>
                    <a:pt x="57150" y="358165"/>
                  </a:lnTo>
                  <a:close/>
                </a:path>
                <a:path w="57150" h="723900">
                  <a:moveTo>
                    <a:pt x="57150" y="24790"/>
                  </a:moveTo>
                  <a:lnTo>
                    <a:pt x="32346" y="0"/>
                  </a:lnTo>
                  <a:lnTo>
                    <a:pt x="24790" y="0"/>
                  </a:lnTo>
                  <a:lnTo>
                    <a:pt x="0" y="24790"/>
                  </a:lnTo>
                  <a:lnTo>
                    <a:pt x="0" y="32359"/>
                  </a:lnTo>
                  <a:lnTo>
                    <a:pt x="24790" y="57150"/>
                  </a:lnTo>
                  <a:lnTo>
                    <a:pt x="32346" y="57150"/>
                  </a:lnTo>
                  <a:lnTo>
                    <a:pt x="57150" y="32359"/>
                  </a:lnTo>
                  <a:lnTo>
                    <a:pt x="57150" y="28575"/>
                  </a:lnTo>
                  <a:lnTo>
                    <a:pt x="57150" y="24790"/>
                  </a:lnTo>
                  <a:close/>
                </a:path>
              </a:pathLst>
            </a:custGeom>
            <a:solidFill>
              <a:srgbClr val="E5E0DF"/>
            </a:solidFill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20" name="object 20"/>
          <p:cNvSpPr txBox="1"/>
          <p:nvPr/>
        </p:nvSpPr>
        <p:spPr>
          <a:xfrm>
            <a:off x="5978525" y="2854325"/>
            <a:ext cx="3910965" cy="1631314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2000" b="1" spc="-10" dirty="0">
                <a:solidFill>
                  <a:srgbClr val="F2F2F3"/>
                </a:solidFill>
                <a:latin typeface="Tahoma" panose="020B0604030504040204"/>
                <a:cs typeface="Tahoma" panose="020B0604030504040204"/>
              </a:rPr>
              <a:t>Constraints:</a:t>
            </a:r>
            <a:endParaRPr sz="2000">
              <a:latin typeface="Tahoma" panose="020B0604030504040204"/>
              <a:cs typeface="Tahoma" panose="020B0604030504040204"/>
            </a:endParaRPr>
          </a:p>
          <a:p>
            <a:pPr marL="286385" marR="5080">
              <a:lnSpc>
                <a:spcPct val="162000"/>
              </a:lnSpc>
              <a:spcBef>
                <a:spcPts val="170"/>
              </a:spcBef>
            </a:pPr>
            <a:r>
              <a:rPr sz="1350" spc="-50" dirty="0">
                <a:solidFill>
                  <a:srgbClr val="E5E0DF"/>
                </a:solidFill>
                <a:latin typeface="Verdana" panose="020B0604030504040204"/>
                <a:cs typeface="Verdana" panose="020B0604030504040204"/>
              </a:rPr>
              <a:t>Dependent</a:t>
            </a:r>
            <a:r>
              <a:rPr sz="1350" spc="-70" dirty="0">
                <a:solidFill>
                  <a:srgbClr val="E5E0DF"/>
                </a:solidFill>
                <a:latin typeface="Verdana" panose="020B0604030504040204"/>
                <a:cs typeface="Verdana" panose="020B0604030504040204"/>
              </a:rPr>
              <a:t> </a:t>
            </a:r>
            <a:r>
              <a:rPr sz="1350" spc="-50" dirty="0">
                <a:solidFill>
                  <a:srgbClr val="E5E0DF"/>
                </a:solidFill>
                <a:latin typeface="Verdana" panose="020B0604030504040204"/>
                <a:cs typeface="Verdana" panose="020B0604030504040204"/>
              </a:rPr>
              <a:t>on</a:t>
            </a:r>
            <a:r>
              <a:rPr sz="1350" spc="-65" dirty="0">
                <a:solidFill>
                  <a:srgbClr val="E5E0DF"/>
                </a:solidFill>
                <a:latin typeface="Verdana" panose="020B0604030504040204"/>
                <a:cs typeface="Verdana" panose="020B0604030504040204"/>
              </a:rPr>
              <a:t> </a:t>
            </a:r>
            <a:r>
              <a:rPr sz="1350" spc="-40" dirty="0">
                <a:solidFill>
                  <a:srgbClr val="E5E0DF"/>
                </a:solidFill>
                <a:latin typeface="Verdana" panose="020B0604030504040204"/>
                <a:cs typeface="Verdana" panose="020B0604030504040204"/>
              </a:rPr>
              <a:t>Whisper</a:t>
            </a:r>
            <a:r>
              <a:rPr sz="1350" spc="-70" dirty="0">
                <a:solidFill>
                  <a:srgbClr val="E5E0DF"/>
                </a:solidFill>
                <a:latin typeface="Verdana" panose="020B0604030504040204"/>
                <a:cs typeface="Verdana" panose="020B0604030504040204"/>
              </a:rPr>
              <a:t> </a:t>
            </a:r>
            <a:r>
              <a:rPr sz="1350" spc="-60" dirty="0">
                <a:solidFill>
                  <a:srgbClr val="E5E0DF"/>
                </a:solidFill>
                <a:latin typeface="Verdana" panose="020B0604030504040204"/>
                <a:cs typeface="Verdana" panose="020B0604030504040204"/>
              </a:rPr>
              <a:t>model</a:t>
            </a:r>
            <a:r>
              <a:rPr sz="1350" spc="-70" dirty="0">
                <a:solidFill>
                  <a:srgbClr val="E5E0DF"/>
                </a:solidFill>
                <a:latin typeface="Verdana" panose="020B0604030504040204"/>
                <a:cs typeface="Verdana" panose="020B0604030504040204"/>
              </a:rPr>
              <a:t> </a:t>
            </a:r>
            <a:r>
              <a:rPr sz="1350" spc="-10" dirty="0">
                <a:solidFill>
                  <a:srgbClr val="E5E0DF"/>
                </a:solidFill>
                <a:latin typeface="Verdana" panose="020B0604030504040204"/>
                <a:cs typeface="Verdana" panose="020B0604030504040204"/>
              </a:rPr>
              <a:t>accuracy. </a:t>
            </a:r>
            <a:r>
              <a:rPr sz="1350" spc="-20" dirty="0">
                <a:solidFill>
                  <a:srgbClr val="E5E0DF"/>
                </a:solidFill>
                <a:latin typeface="Verdana" panose="020B0604030504040204"/>
                <a:cs typeface="Verdana" panose="020B0604030504040204"/>
              </a:rPr>
              <a:t>Processing</a:t>
            </a:r>
            <a:r>
              <a:rPr sz="1350" spc="-75" dirty="0">
                <a:solidFill>
                  <a:srgbClr val="E5E0DF"/>
                </a:solidFill>
                <a:latin typeface="Verdana" panose="020B0604030504040204"/>
                <a:cs typeface="Verdana" panose="020B0604030504040204"/>
              </a:rPr>
              <a:t> </a:t>
            </a:r>
            <a:r>
              <a:rPr sz="1350" spc="-80" dirty="0">
                <a:solidFill>
                  <a:srgbClr val="E5E0DF"/>
                </a:solidFill>
                <a:latin typeface="Verdana" panose="020B0604030504040204"/>
                <a:cs typeface="Verdana" panose="020B0604030504040204"/>
              </a:rPr>
              <a:t>time</a:t>
            </a:r>
            <a:r>
              <a:rPr sz="1350" spc="-70" dirty="0">
                <a:solidFill>
                  <a:srgbClr val="E5E0DF"/>
                </a:solidFill>
                <a:latin typeface="Verdana" panose="020B0604030504040204"/>
                <a:cs typeface="Verdana" panose="020B0604030504040204"/>
              </a:rPr>
              <a:t> </a:t>
            </a:r>
            <a:r>
              <a:rPr sz="1350" spc="-30" dirty="0">
                <a:solidFill>
                  <a:srgbClr val="E5E0DF"/>
                </a:solidFill>
                <a:latin typeface="Verdana" panose="020B0604030504040204"/>
                <a:cs typeface="Verdana" panose="020B0604030504040204"/>
              </a:rPr>
              <a:t>increases</a:t>
            </a:r>
            <a:r>
              <a:rPr sz="1350" spc="-60" dirty="0">
                <a:solidFill>
                  <a:srgbClr val="E5E0DF"/>
                </a:solidFill>
                <a:latin typeface="Verdana" panose="020B0604030504040204"/>
                <a:cs typeface="Verdana" panose="020B0604030504040204"/>
              </a:rPr>
              <a:t> </a:t>
            </a:r>
            <a:r>
              <a:rPr sz="1350" spc="-55" dirty="0">
                <a:solidFill>
                  <a:srgbClr val="E5E0DF"/>
                </a:solidFill>
                <a:latin typeface="Verdana" panose="020B0604030504040204"/>
                <a:cs typeface="Verdana" panose="020B0604030504040204"/>
              </a:rPr>
              <a:t>with</a:t>
            </a:r>
            <a:r>
              <a:rPr sz="1350" spc="-70" dirty="0">
                <a:solidFill>
                  <a:srgbClr val="E5E0DF"/>
                </a:solidFill>
                <a:latin typeface="Verdana" panose="020B0604030504040204"/>
                <a:cs typeface="Verdana" panose="020B0604030504040204"/>
              </a:rPr>
              <a:t> </a:t>
            </a:r>
            <a:r>
              <a:rPr sz="1350" spc="-40" dirty="0">
                <a:solidFill>
                  <a:srgbClr val="E5E0DF"/>
                </a:solidFill>
                <a:latin typeface="Verdana" panose="020B0604030504040204"/>
                <a:cs typeface="Verdana" panose="020B0604030504040204"/>
              </a:rPr>
              <a:t>audio</a:t>
            </a:r>
            <a:r>
              <a:rPr sz="1350" spc="-65" dirty="0">
                <a:solidFill>
                  <a:srgbClr val="E5E0DF"/>
                </a:solidFill>
                <a:latin typeface="Verdana" panose="020B0604030504040204"/>
                <a:cs typeface="Verdana" panose="020B0604030504040204"/>
              </a:rPr>
              <a:t> </a:t>
            </a:r>
            <a:r>
              <a:rPr sz="1350" spc="-40" dirty="0">
                <a:solidFill>
                  <a:srgbClr val="E5E0DF"/>
                </a:solidFill>
                <a:latin typeface="Verdana" panose="020B0604030504040204"/>
                <a:cs typeface="Verdana" panose="020B0604030504040204"/>
              </a:rPr>
              <a:t>length.</a:t>
            </a:r>
            <a:endParaRPr sz="1350">
              <a:latin typeface="Verdana" panose="020B0604030504040204"/>
              <a:cs typeface="Verdana" panose="020B0604030504040204"/>
            </a:endParaRPr>
          </a:p>
          <a:p>
            <a:pPr marL="286385" marR="21590">
              <a:lnSpc>
                <a:spcPct val="134000"/>
              </a:lnSpc>
              <a:spcBef>
                <a:spcPts val="450"/>
              </a:spcBef>
            </a:pPr>
            <a:r>
              <a:rPr sz="1350" spc="-50" dirty="0">
                <a:solidFill>
                  <a:srgbClr val="E5E0DF"/>
                </a:solidFill>
                <a:latin typeface="Verdana" panose="020B0604030504040204"/>
                <a:cs typeface="Verdana" panose="020B0604030504040204"/>
              </a:rPr>
              <a:t>Requires</a:t>
            </a:r>
            <a:r>
              <a:rPr sz="1350" spc="-80" dirty="0">
                <a:solidFill>
                  <a:srgbClr val="E5E0DF"/>
                </a:solidFill>
                <a:latin typeface="Verdana" panose="020B0604030504040204"/>
                <a:cs typeface="Verdana" panose="020B0604030504040204"/>
              </a:rPr>
              <a:t> </a:t>
            </a:r>
            <a:r>
              <a:rPr sz="1350" spc="-40" dirty="0">
                <a:solidFill>
                  <a:srgbClr val="E5E0DF"/>
                </a:solidFill>
                <a:latin typeface="Verdana" panose="020B0604030504040204"/>
                <a:cs typeface="Verdana" panose="020B0604030504040204"/>
              </a:rPr>
              <a:t>stable</a:t>
            </a:r>
            <a:r>
              <a:rPr sz="1350" spc="-85" dirty="0">
                <a:solidFill>
                  <a:srgbClr val="E5E0DF"/>
                </a:solidFill>
                <a:latin typeface="Verdana" panose="020B0604030504040204"/>
                <a:cs typeface="Verdana" panose="020B0604030504040204"/>
              </a:rPr>
              <a:t> </a:t>
            </a:r>
            <a:r>
              <a:rPr sz="1350" spc="-65" dirty="0">
                <a:solidFill>
                  <a:srgbClr val="E5E0DF"/>
                </a:solidFill>
                <a:latin typeface="Verdana" panose="020B0604030504040204"/>
                <a:cs typeface="Verdana" panose="020B0604030504040204"/>
              </a:rPr>
              <a:t>internet</a:t>
            </a:r>
            <a:r>
              <a:rPr sz="1350" spc="-80" dirty="0">
                <a:solidFill>
                  <a:srgbClr val="E5E0DF"/>
                </a:solidFill>
                <a:latin typeface="Verdana" panose="020B0604030504040204"/>
                <a:cs typeface="Verdana" panose="020B0604030504040204"/>
              </a:rPr>
              <a:t> </a:t>
            </a:r>
            <a:r>
              <a:rPr sz="1350" spc="-45" dirty="0">
                <a:solidFill>
                  <a:srgbClr val="E5E0DF"/>
                </a:solidFill>
                <a:latin typeface="Verdana" panose="020B0604030504040204"/>
                <a:cs typeface="Verdana" panose="020B0604030504040204"/>
              </a:rPr>
              <a:t>and</a:t>
            </a:r>
            <a:r>
              <a:rPr sz="1350" spc="-85" dirty="0">
                <a:solidFill>
                  <a:srgbClr val="E5E0DF"/>
                </a:solidFill>
                <a:latin typeface="Verdana" panose="020B0604030504040204"/>
                <a:cs typeface="Verdana" panose="020B0604030504040204"/>
              </a:rPr>
              <a:t> </a:t>
            </a:r>
            <a:r>
              <a:rPr sz="1350" dirty="0">
                <a:solidFill>
                  <a:srgbClr val="E5E0DF"/>
                </a:solidFill>
                <a:latin typeface="Verdana" panose="020B0604030504040204"/>
                <a:cs typeface="Verdana" panose="020B0604030504040204"/>
              </a:rPr>
              <a:t>GPU</a:t>
            </a:r>
            <a:r>
              <a:rPr sz="1350" spc="-85" dirty="0">
                <a:solidFill>
                  <a:srgbClr val="E5E0DF"/>
                </a:solidFill>
                <a:latin typeface="Verdana" panose="020B0604030504040204"/>
                <a:cs typeface="Verdana" panose="020B0604030504040204"/>
              </a:rPr>
              <a:t> </a:t>
            </a:r>
            <a:r>
              <a:rPr sz="1350" spc="-45" dirty="0">
                <a:solidFill>
                  <a:srgbClr val="E5E0DF"/>
                </a:solidFill>
                <a:latin typeface="Verdana" panose="020B0604030504040204"/>
                <a:cs typeface="Verdana" panose="020B0604030504040204"/>
              </a:rPr>
              <a:t>for</a:t>
            </a:r>
            <a:r>
              <a:rPr sz="1350" spc="-80" dirty="0">
                <a:solidFill>
                  <a:srgbClr val="E5E0DF"/>
                </a:solidFill>
                <a:latin typeface="Verdana" panose="020B0604030504040204"/>
                <a:cs typeface="Verdana" panose="020B0604030504040204"/>
              </a:rPr>
              <a:t> </a:t>
            </a:r>
            <a:r>
              <a:rPr sz="1350" spc="-40" dirty="0">
                <a:solidFill>
                  <a:srgbClr val="E5E0DF"/>
                </a:solidFill>
                <a:latin typeface="Verdana" panose="020B0604030504040204"/>
                <a:cs typeface="Verdana" panose="020B0604030504040204"/>
              </a:rPr>
              <a:t>optimal </a:t>
            </a:r>
            <a:r>
              <a:rPr sz="1350" spc="-10" dirty="0">
                <a:solidFill>
                  <a:srgbClr val="E5E0DF"/>
                </a:solidFill>
                <a:latin typeface="Verdana" panose="020B0604030504040204"/>
                <a:cs typeface="Verdana" panose="020B0604030504040204"/>
              </a:rPr>
              <a:t>performance.</a:t>
            </a:r>
            <a:endParaRPr sz="1350">
              <a:latin typeface="Verdana" panose="020B0604030504040204"/>
              <a:cs typeface="Verdana" panose="020B0604030504040204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pc="-10" dirty="0"/>
              <a:t>Performance</a:t>
            </a:r>
            <a:r>
              <a:rPr spc="-204" dirty="0"/>
              <a:t> </a:t>
            </a:r>
            <a:r>
              <a:rPr spc="-10" dirty="0"/>
              <a:t>Considerations</a:t>
            </a:r>
            <a:endParaRPr spc="-10" dirty="0"/>
          </a:p>
        </p:txBody>
      </p:sp>
      <p:sp>
        <p:nvSpPr>
          <p:cNvPr id="3" name="object 3"/>
          <p:cNvSpPr/>
          <p:nvPr/>
        </p:nvSpPr>
        <p:spPr>
          <a:xfrm>
            <a:off x="625872" y="2502302"/>
            <a:ext cx="5019675" cy="914400"/>
          </a:xfrm>
          <a:custGeom>
            <a:avLst/>
            <a:gdLst/>
            <a:ahLst/>
            <a:cxnLst/>
            <a:rect l="l" t="t" r="r" b="b"/>
            <a:pathLst>
              <a:path w="5019675" h="914400">
                <a:moveTo>
                  <a:pt x="0" y="763728"/>
                </a:moveTo>
                <a:lnTo>
                  <a:pt x="18891" y="807101"/>
                </a:lnTo>
                <a:lnTo>
                  <a:pt x="43378" y="841264"/>
                </a:lnTo>
                <a:lnTo>
                  <a:pt x="74056" y="870004"/>
                </a:lnTo>
                <a:lnTo>
                  <a:pt x="109750" y="892204"/>
                </a:lnTo>
                <a:lnTo>
                  <a:pt x="149095" y="906999"/>
                </a:lnTo>
                <a:lnTo>
                  <a:pt x="190569" y="913845"/>
                </a:lnTo>
                <a:lnTo>
                  <a:pt x="197569" y="914200"/>
                </a:lnTo>
                <a:lnTo>
                  <a:pt x="4812178" y="914200"/>
                </a:lnTo>
                <a:lnTo>
                  <a:pt x="4853860" y="908714"/>
                </a:lnTo>
                <a:lnTo>
                  <a:pt x="4893661" y="895201"/>
                </a:lnTo>
                <a:lnTo>
                  <a:pt x="4906732" y="888597"/>
                </a:lnTo>
                <a:lnTo>
                  <a:pt x="188515" y="888597"/>
                </a:lnTo>
                <a:lnTo>
                  <a:pt x="178455" y="888352"/>
                </a:lnTo>
                <a:lnTo>
                  <a:pt x="138743" y="882460"/>
                </a:lnTo>
                <a:lnTo>
                  <a:pt x="100947" y="868927"/>
                </a:lnTo>
                <a:lnTo>
                  <a:pt x="66511" y="848287"/>
                </a:lnTo>
                <a:lnTo>
                  <a:pt x="36769" y="821326"/>
                </a:lnTo>
                <a:lnTo>
                  <a:pt x="12855" y="789077"/>
                </a:lnTo>
                <a:lnTo>
                  <a:pt x="3391" y="771380"/>
                </a:lnTo>
                <a:lnTo>
                  <a:pt x="0" y="763728"/>
                </a:lnTo>
                <a:close/>
              </a:path>
              <a:path w="5019675" h="914400">
                <a:moveTo>
                  <a:pt x="4869029" y="0"/>
                </a:moveTo>
                <a:lnTo>
                  <a:pt x="4902869" y="18241"/>
                </a:lnTo>
                <a:lnTo>
                  <a:pt x="4933895" y="43704"/>
                </a:lnTo>
                <a:lnTo>
                  <a:pt x="4959359" y="74730"/>
                </a:lnTo>
                <a:lnTo>
                  <a:pt x="4978294" y="110138"/>
                </a:lnTo>
                <a:lnTo>
                  <a:pt x="4989940" y="148555"/>
                </a:lnTo>
                <a:lnTo>
                  <a:pt x="4993877" y="188510"/>
                </a:lnTo>
                <a:lnTo>
                  <a:pt x="4993877" y="683810"/>
                </a:lnTo>
                <a:lnTo>
                  <a:pt x="4989940" y="723764"/>
                </a:lnTo>
                <a:lnTo>
                  <a:pt x="4978294" y="762181"/>
                </a:lnTo>
                <a:lnTo>
                  <a:pt x="4959359" y="797576"/>
                </a:lnTo>
                <a:lnTo>
                  <a:pt x="4933895" y="828615"/>
                </a:lnTo>
                <a:lnTo>
                  <a:pt x="4902869" y="854078"/>
                </a:lnTo>
                <a:lnTo>
                  <a:pt x="4867461" y="873001"/>
                </a:lnTo>
                <a:lnTo>
                  <a:pt x="4829044" y="884660"/>
                </a:lnTo>
                <a:lnTo>
                  <a:pt x="4789090" y="888597"/>
                </a:lnTo>
                <a:lnTo>
                  <a:pt x="4906732" y="888597"/>
                </a:lnTo>
                <a:lnTo>
                  <a:pt x="4946544" y="861089"/>
                </a:lnTo>
                <a:lnTo>
                  <a:pt x="4975284" y="830418"/>
                </a:lnTo>
                <a:lnTo>
                  <a:pt x="4997484" y="794719"/>
                </a:lnTo>
                <a:lnTo>
                  <a:pt x="5012279" y="755374"/>
                </a:lnTo>
                <a:lnTo>
                  <a:pt x="5019137" y="713909"/>
                </a:lnTo>
                <a:lnTo>
                  <a:pt x="5019480" y="706898"/>
                </a:lnTo>
                <a:lnTo>
                  <a:pt x="5019480" y="197565"/>
                </a:lnTo>
                <a:lnTo>
                  <a:pt x="5013994" y="155883"/>
                </a:lnTo>
                <a:lnTo>
                  <a:pt x="5000481" y="116081"/>
                </a:lnTo>
                <a:lnTo>
                  <a:pt x="4979450" y="79683"/>
                </a:lnTo>
                <a:lnTo>
                  <a:pt x="4951739" y="48073"/>
                </a:lnTo>
                <a:lnTo>
                  <a:pt x="4918388" y="22482"/>
                </a:lnTo>
                <a:lnTo>
                  <a:pt x="4880695" y="3902"/>
                </a:lnTo>
                <a:lnTo>
                  <a:pt x="4874091" y="1540"/>
                </a:lnTo>
                <a:lnTo>
                  <a:pt x="4869029" y="0"/>
                </a:lnTo>
                <a:close/>
              </a:path>
            </a:pathLst>
          </a:custGeom>
          <a:solidFill>
            <a:srgbClr val="FFFFFF">
              <a:alpha val="25099"/>
            </a:srgbClr>
          </a:solidFill>
        </p:spPr>
        <p:txBody>
          <a:bodyPr wrap="square" lIns="0" tIns="0" rIns="0" bIns="0" rtlCol="0"/>
          <a:lstStyle/>
          <a:p/>
        </p:txBody>
      </p:sp>
      <p:grpSp>
        <p:nvGrpSpPr>
          <p:cNvPr id="4" name="object 4"/>
          <p:cNvGrpSpPr/>
          <p:nvPr/>
        </p:nvGrpSpPr>
        <p:grpSpPr>
          <a:xfrm>
            <a:off x="600074" y="2476500"/>
            <a:ext cx="5029200" cy="923925"/>
            <a:chOff x="600074" y="2476500"/>
            <a:chExt cx="5029200" cy="923925"/>
          </a:xfrm>
        </p:grpSpPr>
        <p:sp>
          <p:nvSpPr>
            <p:cNvPr id="5" name="object 5"/>
            <p:cNvSpPr/>
            <p:nvPr/>
          </p:nvSpPr>
          <p:spPr>
            <a:xfrm>
              <a:off x="600074" y="2476500"/>
              <a:ext cx="5029200" cy="923925"/>
            </a:xfrm>
            <a:custGeom>
              <a:avLst/>
              <a:gdLst/>
              <a:ahLst/>
              <a:cxnLst/>
              <a:rect l="l" t="t" r="r" b="b"/>
              <a:pathLst>
                <a:path w="5029200" h="923925">
                  <a:moveTo>
                    <a:pt x="4814887" y="0"/>
                  </a:moveTo>
                  <a:lnTo>
                    <a:pt x="214312" y="0"/>
                  </a:lnTo>
                  <a:lnTo>
                    <a:pt x="203782" y="257"/>
                  </a:lnTo>
                  <a:lnTo>
                    <a:pt x="162225" y="6421"/>
                  </a:lnTo>
                  <a:lnTo>
                    <a:pt x="122669" y="20579"/>
                  </a:lnTo>
                  <a:lnTo>
                    <a:pt x="86635" y="42178"/>
                  </a:lnTo>
                  <a:lnTo>
                    <a:pt x="55507" y="70398"/>
                  </a:lnTo>
                  <a:lnTo>
                    <a:pt x="30482" y="104144"/>
                  </a:lnTo>
                  <a:lnTo>
                    <a:pt x="12521" y="142123"/>
                  </a:lnTo>
                  <a:lnTo>
                    <a:pt x="2316" y="182881"/>
                  </a:lnTo>
                  <a:lnTo>
                    <a:pt x="0" y="214312"/>
                  </a:lnTo>
                  <a:lnTo>
                    <a:pt x="0" y="709612"/>
                  </a:lnTo>
                  <a:lnTo>
                    <a:pt x="4117" y="751420"/>
                  </a:lnTo>
                  <a:lnTo>
                    <a:pt x="16311" y="791616"/>
                  </a:lnTo>
                  <a:lnTo>
                    <a:pt x="36116" y="828674"/>
                  </a:lnTo>
                  <a:lnTo>
                    <a:pt x="62771" y="861148"/>
                  </a:lnTo>
                  <a:lnTo>
                    <a:pt x="95244" y="887806"/>
                  </a:lnTo>
                  <a:lnTo>
                    <a:pt x="132298" y="907605"/>
                  </a:lnTo>
                  <a:lnTo>
                    <a:pt x="172501" y="919810"/>
                  </a:lnTo>
                  <a:lnTo>
                    <a:pt x="214312" y="923924"/>
                  </a:lnTo>
                  <a:lnTo>
                    <a:pt x="4814887" y="923924"/>
                  </a:lnTo>
                  <a:lnTo>
                    <a:pt x="4856695" y="919810"/>
                  </a:lnTo>
                  <a:lnTo>
                    <a:pt x="4896903" y="907605"/>
                  </a:lnTo>
                  <a:lnTo>
                    <a:pt x="4933949" y="887806"/>
                  </a:lnTo>
                  <a:lnTo>
                    <a:pt x="4966423" y="861148"/>
                  </a:lnTo>
                  <a:lnTo>
                    <a:pt x="4993080" y="828674"/>
                  </a:lnTo>
                  <a:lnTo>
                    <a:pt x="5012880" y="791616"/>
                  </a:lnTo>
                  <a:lnTo>
                    <a:pt x="5025084" y="751420"/>
                  </a:lnTo>
                  <a:lnTo>
                    <a:pt x="5029199" y="709612"/>
                  </a:lnTo>
                  <a:lnTo>
                    <a:pt x="5029199" y="214312"/>
                  </a:lnTo>
                  <a:lnTo>
                    <a:pt x="5025084" y="172504"/>
                  </a:lnTo>
                  <a:lnTo>
                    <a:pt x="5012880" y="132295"/>
                  </a:lnTo>
                  <a:lnTo>
                    <a:pt x="4993080" y="95249"/>
                  </a:lnTo>
                  <a:lnTo>
                    <a:pt x="4966423" y="62776"/>
                  </a:lnTo>
                  <a:lnTo>
                    <a:pt x="4933949" y="36118"/>
                  </a:lnTo>
                  <a:lnTo>
                    <a:pt x="4896903" y="16306"/>
                  </a:lnTo>
                  <a:lnTo>
                    <a:pt x="4856695" y="4114"/>
                  </a:lnTo>
                  <a:lnTo>
                    <a:pt x="4814887" y="0"/>
                  </a:lnTo>
                  <a:close/>
                </a:path>
              </a:pathLst>
            </a:custGeom>
            <a:solidFill>
              <a:srgbClr val="040404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6" name="object 6"/>
            <p:cNvSpPr/>
            <p:nvPr/>
          </p:nvSpPr>
          <p:spPr>
            <a:xfrm>
              <a:off x="600074" y="2477135"/>
              <a:ext cx="5029200" cy="923290"/>
            </a:xfrm>
            <a:custGeom>
              <a:avLst/>
              <a:gdLst/>
              <a:ahLst/>
              <a:cxnLst/>
              <a:rect l="l" t="t" r="r" b="b"/>
              <a:pathLst>
                <a:path w="5029200" h="923289">
                  <a:moveTo>
                    <a:pt x="4825414" y="0"/>
                  </a:moveTo>
                  <a:lnTo>
                    <a:pt x="203782" y="0"/>
                  </a:lnTo>
                  <a:lnTo>
                    <a:pt x="172501" y="3810"/>
                  </a:lnTo>
                  <a:lnTo>
                    <a:pt x="122669" y="20320"/>
                  </a:lnTo>
                  <a:lnTo>
                    <a:pt x="86635" y="41910"/>
                  </a:lnTo>
                  <a:lnTo>
                    <a:pt x="70398" y="55880"/>
                  </a:lnTo>
                  <a:lnTo>
                    <a:pt x="62771" y="62230"/>
                  </a:lnTo>
                  <a:lnTo>
                    <a:pt x="55507" y="69850"/>
                  </a:lnTo>
                  <a:lnTo>
                    <a:pt x="48643" y="78740"/>
                  </a:lnTo>
                  <a:lnTo>
                    <a:pt x="42179" y="86360"/>
                  </a:lnTo>
                  <a:lnTo>
                    <a:pt x="36116" y="95250"/>
                  </a:lnTo>
                  <a:lnTo>
                    <a:pt x="30482" y="104140"/>
                  </a:lnTo>
                  <a:lnTo>
                    <a:pt x="25303" y="113030"/>
                  </a:lnTo>
                  <a:lnTo>
                    <a:pt x="20580" y="123190"/>
                  </a:lnTo>
                  <a:lnTo>
                    <a:pt x="16311" y="132080"/>
                  </a:lnTo>
                  <a:lnTo>
                    <a:pt x="4117" y="172720"/>
                  </a:lnTo>
                  <a:lnTo>
                    <a:pt x="0" y="214630"/>
                  </a:lnTo>
                  <a:lnTo>
                    <a:pt x="0" y="709930"/>
                  </a:lnTo>
                  <a:lnTo>
                    <a:pt x="4117" y="751840"/>
                  </a:lnTo>
                  <a:lnTo>
                    <a:pt x="16311" y="791210"/>
                  </a:lnTo>
                  <a:lnTo>
                    <a:pt x="20580" y="801370"/>
                  </a:lnTo>
                  <a:lnTo>
                    <a:pt x="25303" y="810260"/>
                  </a:lnTo>
                  <a:lnTo>
                    <a:pt x="30482" y="819150"/>
                  </a:lnTo>
                  <a:lnTo>
                    <a:pt x="36116" y="829310"/>
                  </a:lnTo>
                  <a:lnTo>
                    <a:pt x="42179" y="836930"/>
                  </a:lnTo>
                  <a:lnTo>
                    <a:pt x="48643" y="845820"/>
                  </a:lnTo>
                  <a:lnTo>
                    <a:pt x="55507" y="853440"/>
                  </a:lnTo>
                  <a:lnTo>
                    <a:pt x="86635" y="881380"/>
                  </a:lnTo>
                  <a:lnTo>
                    <a:pt x="104143" y="892810"/>
                  </a:lnTo>
                  <a:lnTo>
                    <a:pt x="113284" y="899160"/>
                  </a:lnTo>
                  <a:lnTo>
                    <a:pt x="122669" y="902970"/>
                  </a:lnTo>
                  <a:lnTo>
                    <a:pt x="132298" y="908050"/>
                  </a:lnTo>
                  <a:lnTo>
                    <a:pt x="142124" y="911860"/>
                  </a:lnTo>
                  <a:lnTo>
                    <a:pt x="182877" y="922020"/>
                  </a:lnTo>
                  <a:lnTo>
                    <a:pt x="193304" y="923290"/>
                  </a:lnTo>
                  <a:lnTo>
                    <a:pt x="4835891" y="923290"/>
                  </a:lnTo>
                  <a:lnTo>
                    <a:pt x="4846317" y="922020"/>
                  </a:lnTo>
                  <a:lnTo>
                    <a:pt x="4887076" y="911860"/>
                  </a:lnTo>
                  <a:lnTo>
                    <a:pt x="4896903" y="908050"/>
                  </a:lnTo>
                  <a:lnTo>
                    <a:pt x="4901716" y="905510"/>
                  </a:lnTo>
                  <a:lnTo>
                    <a:pt x="214312" y="905510"/>
                  </a:lnTo>
                  <a:lnTo>
                    <a:pt x="204720" y="904240"/>
                  </a:lnTo>
                  <a:lnTo>
                    <a:pt x="195173" y="904240"/>
                  </a:lnTo>
                  <a:lnTo>
                    <a:pt x="176217" y="901700"/>
                  </a:lnTo>
                  <a:lnTo>
                    <a:pt x="148540" y="894080"/>
                  </a:lnTo>
                  <a:lnTo>
                    <a:pt x="130817" y="886460"/>
                  </a:lnTo>
                  <a:lnTo>
                    <a:pt x="122266" y="881380"/>
                  </a:lnTo>
                  <a:lnTo>
                    <a:pt x="113938" y="877570"/>
                  </a:lnTo>
                  <a:lnTo>
                    <a:pt x="105831" y="872490"/>
                  </a:lnTo>
                  <a:lnTo>
                    <a:pt x="97985" y="866140"/>
                  </a:lnTo>
                  <a:lnTo>
                    <a:pt x="90438" y="861060"/>
                  </a:lnTo>
                  <a:lnTo>
                    <a:pt x="83190" y="854710"/>
                  </a:lnTo>
                  <a:lnTo>
                    <a:pt x="76239" y="847090"/>
                  </a:lnTo>
                  <a:lnTo>
                    <a:pt x="69623" y="840740"/>
                  </a:lnTo>
                  <a:lnTo>
                    <a:pt x="42104" y="801370"/>
                  </a:lnTo>
                  <a:lnTo>
                    <a:pt x="37800" y="792480"/>
                  </a:lnTo>
                  <a:lnTo>
                    <a:pt x="33912" y="784860"/>
                  </a:lnTo>
                  <a:lnTo>
                    <a:pt x="22800" y="748030"/>
                  </a:lnTo>
                  <a:lnTo>
                    <a:pt x="19372" y="720090"/>
                  </a:lnTo>
                  <a:lnTo>
                    <a:pt x="19284" y="718820"/>
                  </a:lnTo>
                  <a:lnTo>
                    <a:pt x="19049" y="709930"/>
                  </a:lnTo>
                  <a:lnTo>
                    <a:pt x="19049" y="214630"/>
                  </a:lnTo>
                  <a:lnTo>
                    <a:pt x="22800" y="176530"/>
                  </a:lnTo>
                  <a:lnTo>
                    <a:pt x="33912" y="139700"/>
                  </a:lnTo>
                  <a:lnTo>
                    <a:pt x="46823" y="114300"/>
                  </a:lnTo>
                  <a:lnTo>
                    <a:pt x="51955" y="105410"/>
                  </a:lnTo>
                  <a:lnTo>
                    <a:pt x="57481" y="97790"/>
                  </a:lnTo>
                  <a:lnTo>
                    <a:pt x="63370" y="90170"/>
                  </a:lnTo>
                  <a:lnTo>
                    <a:pt x="69623" y="83820"/>
                  </a:lnTo>
                  <a:lnTo>
                    <a:pt x="76239" y="76200"/>
                  </a:lnTo>
                  <a:lnTo>
                    <a:pt x="105831" y="52070"/>
                  </a:lnTo>
                  <a:lnTo>
                    <a:pt x="148540" y="30480"/>
                  </a:lnTo>
                  <a:lnTo>
                    <a:pt x="204720" y="19050"/>
                  </a:lnTo>
                  <a:lnTo>
                    <a:pt x="4903320" y="19050"/>
                  </a:lnTo>
                  <a:lnTo>
                    <a:pt x="4877099" y="8890"/>
                  </a:lnTo>
                  <a:lnTo>
                    <a:pt x="4856695" y="3810"/>
                  </a:lnTo>
                  <a:lnTo>
                    <a:pt x="4825414" y="0"/>
                  </a:lnTo>
                  <a:close/>
                </a:path>
                <a:path w="5029200" h="923289">
                  <a:moveTo>
                    <a:pt x="4903320" y="19050"/>
                  </a:moveTo>
                  <a:lnTo>
                    <a:pt x="4824476" y="19050"/>
                  </a:lnTo>
                  <a:lnTo>
                    <a:pt x="4852987" y="22860"/>
                  </a:lnTo>
                  <a:lnTo>
                    <a:pt x="4880658" y="30480"/>
                  </a:lnTo>
                  <a:lnTo>
                    <a:pt x="4915260" y="46990"/>
                  </a:lnTo>
                  <a:lnTo>
                    <a:pt x="4946010" y="69850"/>
                  </a:lnTo>
                  <a:lnTo>
                    <a:pt x="4959579" y="83820"/>
                  </a:lnTo>
                  <a:lnTo>
                    <a:pt x="4965831" y="90170"/>
                  </a:lnTo>
                  <a:lnTo>
                    <a:pt x="4971719" y="97790"/>
                  </a:lnTo>
                  <a:lnTo>
                    <a:pt x="4977244" y="105410"/>
                  </a:lnTo>
                  <a:lnTo>
                    <a:pt x="4982378" y="114300"/>
                  </a:lnTo>
                  <a:lnTo>
                    <a:pt x="4987096" y="121920"/>
                  </a:lnTo>
                  <a:lnTo>
                    <a:pt x="5001742" y="157480"/>
                  </a:lnTo>
                  <a:lnTo>
                    <a:pt x="5009214" y="195580"/>
                  </a:lnTo>
                  <a:lnTo>
                    <a:pt x="5010149" y="214630"/>
                  </a:lnTo>
                  <a:lnTo>
                    <a:pt x="5010149" y="709930"/>
                  </a:lnTo>
                  <a:lnTo>
                    <a:pt x="5006403" y="748030"/>
                  </a:lnTo>
                  <a:lnTo>
                    <a:pt x="4995290" y="784860"/>
                  </a:lnTo>
                  <a:lnTo>
                    <a:pt x="4991399" y="792480"/>
                  </a:lnTo>
                  <a:lnTo>
                    <a:pt x="4987096" y="801370"/>
                  </a:lnTo>
                  <a:lnTo>
                    <a:pt x="4965831" y="833120"/>
                  </a:lnTo>
                  <a:lnTo>
                    <a:pt x="4952961" y="847090"/>
                  </a:lnTo>
                  <a:lnTo>
                    <a:pt x="4946010" y="854710"/>
                  </a:lnTo>
                  <a:lnTo>
                    <a:pt x="4938761" y="861060"/>
                  </a:lnTo>
                  <a:lnTo>
                    <a:pt x="4931214" y="866140"/>
                  </a:lnTo>
                  <a:lnTo>
                    <a:pt x="4923370" y="872490"/>
                  </a:lnTo>
                  <a:lnTo>
                    <a:pt x="4915260" y="877570"/>
                  </a:lnTo>
                  <a:lnTo>
                    <a:pt x="4906930" y="881380"/>
                  </a:lnTo>
                  <a:lnTo>
                    <a:pt x="4898381" y="886460"/>
                  </a:lnTo>
                  <a:lnTo>
                    <a:pt x="4880658" y="894080"/>
                  </a:lnTo>
                  <a:lnTo>
                    <a:pt x="4852987" y="901700"/>
                  </a:lnTo>
                  <a:lnTo>
                    <a:pt x="4834022" y="904240"/>
                  </a:lnTo>
                  <a:lnTo>
                    <a:pt x="4824476" y="904240"/>
                  </a:lnTo>
                  <a:lnTo>
                    <a:pt x="4814887" y="905510"/>
                  </a:lnTo>
                  <a:lnTo>
                    <a:pt x="4901716" y="905510"/>
                  </a:lnTo>
                  <a:lnTo>
                    <a:pt x="4906528" y="902970"/>
                  </a:lnTo>
                  <a:lnTo>
                    <a:pt x="4915912" y="899160"/>
                  </a:lnTo>
                  <a:lnTo>
                    <a:pt x="4925053" y="892810"/>
                  </a:lnTo>
                  <a:lnTo>
                    <a:pt x="4933949" y="887730"/>
                  </a:lnTo>
                  <a:lnTo>
                    <a:pt x="4942559" y="881380"/>
                  </a:lnTo>
                  <a:lnTo>
                    <a:pt x="4973689" y="853440"/>
                  </a:lnTo>
                  <a:lnTo>
                    <a:pt x="4987015" y="836930"/>
                  </a:lnTo>
                  <a:lnTo>
                    <a:pt x="4993080" y="829310"/>
                  </a:lnTo>
                  <a:lnTo>
                    <a:pt x="4998712" y="819150"/>
                  </a:lnTo>
                  <a:lnTo>
                    <a:pt x="5003890" y="810260"/>
                  </a:lnTo>
                  <a:lnTo>
                    <a:pt x="5008613" y="801370"/>
                  </a:lnTo>
                  <a:lnTo>
                    <a:pt x="5012880" y="791210"/>
                  </a:lnTo>
                  <a:lnTo>
                    <a:pt x="5016671" y="782320"/>
                  </a:lnTo>
                  <a:lnTo>
                    <a:pt x="5019968" y="772160"/>
                  </a:lnTo>
                  <a:lnTo>
                    <a:pt x="5028171" y="730250"/>
                  </a:lnTo>
                  <a:lnTo>
                    <a:pt x="5029199" y="709930"/>
                  </a:lnTo>
                  <a:lnTo>
                    <a:pt x="5029199" y="214630"/>
                  </a:lnTo>
                  <a:lnTo>
                    <a:pt x="5028971" y="204470"/>
                  </a:lnTo>
                  <a:lnTo>
                    <a:pt x="5028942" y="203200"/>
                  </a:lnTo>
                  <a:lnTo>
                    <a:pt x="5022772" y="162560"/>
                  </a:lnTo>
                  <a:lnTo>
                    <a:pt x="5008613" y="123190"/>
                  </a:lnTo>
                  <a:lnTo>
                    <a:pt x="5003890" y="113030"/>
                  </a:lnTo>
                  <a:lnTo>
                    <a:pt x="4998712" y="104140"/>
                  </a:lnTo>
                  <a:lnTo>
                    <a:pt x="4993080" y="95250"/>
                  </a:lnTo>
                  <a:lnTo>
                    <a:pt x="4987015" y="86360"/>
                  </a:lnTo>
                  <a:lnTo>
                    <a:pt x="4980552" y="78740"/>
                  </a:lnTo>
                  <a:lnTo>
                    <a:pt x="4973689" y="69850"/>
                  </a:lnTo>
                  <a:lnTo>
                    <a:pt x="4966423" y="62230"/>
                  </a:lnTo>
                  <a:lnTo>
                    <a:pt x="4958799" y="55880"/>
                  </a:lnTo>
                  <a:lnTo>
                    <a:pt x="4950843" y="48260"/>
                  </a:lnTo>
                  <a:lnTo>
                    <a:pt x="4915912" y="25400"/>
                  </a:lnTo>
                  <a:lnTo>
                    <a:pt x="4906528" y="20320"/>
                  </a:lnTo>
                  <a:lnTo>
                    <a:pt x="4903320" y="19050"/>
                  </a:lnTo>
                  <a:close/>
                </a:path>
              </a:pathLst>
            </a:custGeom>
            <a:solidFill>
              <a:srgbClr val="FFFFFF">
                <a:alpha val="25099"/>
              </a:srgbClr>
            </a:solidFill>
          </p:spPr>
          <p:txBody>
            <a:bodyPr wrap="square" lIns="0" tIns="0" rIns="0" bIns="0" rtlCol="0"/>
            <a:lstStyle/>
            <a:p/>
          </p:txBody>
        </p:sp>
      </p:grpSp>
      <p:grpSp>
        <p:nvGrpSpPr>
          <p:cNvPr id="7" name="object 7"/>
          <p:cNvGrpSpPr/>
          <p:nvPr/>
        </p:nvGrpSpPr>
        <p:grpSpPr>
          <a:xfrm>
            <a:off x="5800724" y="2476500"/>
            <a:ext cx="5045710" cy="940435"/>
            <a:chOff x="5800724" y="2476500"/>
            <a:chExt cx="5045710" cy="940435"/>
          </a:xfrm>
        </p:grpSpPr>
        <p:sp>
          <p:nvSpPr>
            <p:cNvPr id="8" name="object 8"/>
            <p:cNvSpPr/>
            <p:nvPr/>
          </p:nvSpPr>
          <p:spPr>
            <a:xfrm>
              <a:off x="5826527" y="2502302"/>
              <a:ext cx="5019675" cy="914400"/>
            </a:xfrm>
            <a:custGeom>
              <a:avLst/>
              <a:gdLst/>
              <a:ahLst/>
              <a:cxnLst/>
              <a:rect l="l" t="t" r="r" b="b"/>
              <a:pathLst>
                <a:path w="5019675" h="914400">
                  <a:moveTo>
                    <a:pt x="0" y="763748"/>
                  </a:moveTo>
                  <a:lnTo>
                    <a:pt x="18888" y="807101"/>
                  </a:lnTo>
                  <a:lnTo>
                    <a:pt x="43374" y="841264"/>
                  </a:lnTo>
                  <a:lnTo>
                    <a:pt x="74057" y="870004"/>
                  </a:lnTo>
                  <a:lnTo>
                    <a:pt x="109744" y="892204"/>
                  </a:lnTo>
                  <a:lnTo>
                    <a:pt x="149089" y="906999"/>
                  </a:lnTo>
                  <a:lnTo>
                    <a:pt x="190567" y="913845"/>
                  </a:lnTo>
                  <a:lnTo>
                    <a:pt x="197565" y="914200"/>
                  </a:lnTo>
                  <a:lnTo>
                    <a:pt x="4812173" y="914200"/>
                  </a:lnTo>
                  <a:lnTo>
                    <a:pt x="4853854" y="908714"/>
                  </a:lnTo>
                  <a:lnTo>
                    <a:pt x="4893656" y="895201"/>
                  </a:lnTo>
                  <a:lnTo>
                    <a:pt x="4906727" y="888597"/>
                  </a:lnTo>
                  <a:lnTo>
                    <a:pt x="188510" y="888597"/>
                  </a:lnTo>
                  <a:lnTo>
                    <a:pt x="178448" y="888352"/>
                  </a:lnTo>
                  <a:lnTo>
                    <a:pt x="138738" y="882460"/>
                  </a:lnTo>
                  <a:lnTo>
                    <a:pt x="100939" y="868927"/>
                  </a:lnTo>
                  <a:lnTo>
                    <a:pt x="66503" y="848287"/>
                  </a:lnTo>
                  <a:lnTo>
                    <a:pt x="36763" y="821326"/>
                  </a:lnTo>
                  <a:lnTo>
                    <a:pt x="12850" y="789077"/>
                  </a:lnTo>
                  <a:lnTo>
                    <a:pt x="3382" y="771380"/>
                  </a:lnTo>
                  <a:lnTo>
                    <a:pt x="0" y="763748"/>
                  </a:lnTo>
                  <a:close/>
                </a:path>
                <a:path w="5019675" h="914400">
                  <a:moveTo>
                    <a:pt x="4869023" y="0"/>
                  </a:moveTo>
                  <a:lnTo>
                    <a:pt x="4902864" y="18241"/>
                  </a:lnTo>
                  <a:lnTo>
                    <a:pt x="4933890" y="43704"/>
                  </a:lnTo>
                  <a:lnTo>
                    <a:pt x="4959353" y="74730"/>
                  </a:lnTo>
                  <a:lnTo>
                    <a:pt x="4978289" y="110138"/>
                  </a:lnTo>
                  <a:lnTo>
                    <a:pt x="4989935" y="148555"/>
                  </a:lnTo>
                  <a:lnTo>
                    <a:pt x="4993872" y="188510"/>
                  </a:lnTo>
                  <a:lnTo>
                    <a:pt x="4993872" y="683810"/>
                  </a:lnTo>
                  <a:lnTo>
                    <a:pt x="4989935" y="723764"/>
                  </a:lnTo>
                  <a:lnTo>
                    <a:pt x="4978276" y="762181"/>
                  </a:lnTo>
                  <a:lnTo>
                    <a:pt x="4959353" y="797576"/>
                  </a:lnTo>
                  <a:lnTo>
                    <a:pt x="4933890" y="828615"/>
                  </a:lnTo>
                  <a:lnTo>
                    <a:pt x="4902864" y="854078"/>
                  </a:lnTo>
                  <a:lnTo>
                    <a:pt x="4867456" y="873001"/>
                  </a:lnTo>
                  <a:lnTo>
                    <a:pt x="4829039" y="884660"/>
                  </a:lnTo>
                  <a:lnTo>
                    <a:pt x="4789084" y="888597"/>
                  </a:lnTo>
                  <a:lnTo>
                    <a:pt x="4906727" y="888597"/>
                  </a:lnTo>
                  <a:lnTo>
                    <a:pt x="4946539" y="861089"/>
                  </a:lnTo>
                  <a:lnTo>
                    <a:pt x="4975279" y="830418"/>
                  </a:lnTo>
                  <a:lnTo>
                    <a:pt x="4997479" y="794719"/>
                  </a:lnTo>
                  <a:lnTo>
                    <a:pt x="5012287" y="755374"/>
                  </a:lnTo>
                  <a:lnTo>
                    <a:pt x="5019132" y="713909"/>
                  </a:lnTo>
                  <a:lnTo>
                    <a:pt x="5019475" y="706898"/>
                  </a:lnTo>
                  <a:lnTo>
                    <a:pt x="5019475" y="197565"/>
                  </a:lnTo>
                  <a:lnTo>
                    <a:pt x="5013989" y="155883"/>
                  </a:lnTo>
                  <a:lnTo>
                    <a:pt x="5000476" y="116081"/>
                  </a:lnTo>
                  <a:lnTo>
                    <a:pt x="4979445" y="79683"/>
                  </a:lnTo>
                  <a:lnTo>
                    <a:pt x="4951733" y="48073"/>
                  </a:lnTo>
                  <a:lnTo>
                    <a:pt x="4918383" y="22482"/>
                  </a:lnTo>
                  <a:lnTo>
                    <a:pt x="4880689" y="3902"/>
                  </a:lnTo>
                  <a:lnTo>
                    <a:pt x="4874085" y="1540"/>
                  </a:lnTo>
                  <a:lnTo>
                    <a:pt x="4869023" y="0"/>
                  </a:lnTo>
                  <a:close/>
                </a:path>
              </a:pathLst>
            </a:custGeom>
            <a:solidFill>
              <a:srgbClr val="FFFFFF">
                <a:alpha val="25099"/>
              </a:srgbClr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9" name="object 9"/>
            <p:cNvSpPr/>
            <p:nvPr/>
          </p:nvSpPr>
          <p:spPr>
            <a:xfrm>
              <a:off x="5800724" y="2476500"/>
              <a:ext cx="5029200" cy="923925"/>
            </a:xfrm>
            <a:custGeom>
              <a:avLst/>
              <a:gdLst/>
              <a:ahLst/>
              <a:cxnLst/>
              <a:rect l="l" t="t" r="r" b="b"/>
              <a:pathLst>
                <a:path w="5029200" h="923925">
                  <a:moveTo>
                    <a:pt x="4814887" y="0"/>
                  </a:moveTo>
                  <a:lnTo>
                    <a:pt x="214312" y="0"/>
                  </a:lnTo>
                  <a:lnTo>
                    <a:pt x="203784" y="257"/>
                  </a:lnTo>
                  <a:lnTo>
                    <a:pt x="162226" y="6421"/>
                  </a:lnTo>
                  <a:lnTo>
                    <a:pt x="122665" y="20579"/>
                  </a:lnTo>
                  <a:lnTo>
                    <a:pt x="86639" y="42178"/>
                  </a:lnTo>
                  <a:lnTo>
                    <a:pt x="55508" y="70398"/>
                  </a:lnTo>
                  <a:lnTo>
                    <a:pt x="30481" y="104144"/>
                  </a:lnTo>
                  <a:lnTo>
                    <a:pt x="12521" y="142123"/>
                  </a:lnTo>
                  <a:lnTo>
                    <a:pt x="2314" y="182881"/>
                  </a:lnTo>
                  <a:lnTo>
                    <a:pt x="0" y="214312"/>
                  </a:lnTo>
                  <a:lnTo>
                    <a:pt x="0" y="709612"/>
                  </a:lnTo>
                  <a:lnTo>
                    <a:pt x="4114" y="751420"/>
                  </a:lnTo>
                  <a:lnTo>
                    <a:pt x="16306" y="791616"/>
                  </a:lnTo>
                  <a:lnTo>
                    <a:pt x="36118" y="828674"/>
                  </a:lnTo>
                  <a:lnTo>
                    <a:pt x="62776" y="861148"/>
                  </a:lnTo>
                  <a:lnTo>
                    <a:pt x="95249" y="887806"/>
                  </a:lnTo>
                  <a:lnTo>
                    <a:pt x="132295" y="907605"/>
                  </a:lnTo>
                  <a:lnTo>
                    <a:pt x="172504" y="919810"/>
                  </a:lnTo>
                  <a:lnTo>
                    <a:pt x="214312" y="923924"/>
                  </a:lnTo>
                  <a:lnTo>
                    <a:pt x="4814887" y="923924"/>
                  </a:lnTo>
                  <a:lnTo>
                    <a:pt x="4856695" y="919810"/>
                  </a:lnTo>
                  <a:lnTo>
                    <a:pt x="4896903" y="907605"/>
                  </a:lnTo>
                  <a:lnTo>
                    <a:pt x="4933949" y="887806"/>
                  </a:lnTo>
                  <a:lnTo>
                    <a:pt x="4966423" y="861148"/>
                  </a:lnTo>
                  <a:lnTo>
                    <a:pt x="4993080" y="828674"/>
                  </a:lnTo>
                  <a:lnTo>
                    <a:pt x="5012880" y="791616"/>
                  </a:lnTo>
                  <a:lnTo>
                    <a:pt x="5025084" y="751420"/>
                  </a:lnTo>
                  <a:lnTo>
                    <a:pt x="5029199" y="709612"/>
                  </a:lnTo>
                  <a:lnTo>
                    <a:pt x="5029199" y="214312"/>
                  </a:lnTo>
                  <a:lnTo>
                    <a:pt x="5025084" y="172504"/>
                  </a:lnTo>
                  <a:lnTo>
                    <a:pt x="5012880" y="132295"/>
                  </a:lnTo>
                  <a:lnTo>
                    <a:pt x="4993080" y="95249"/>
                  </a:lnTo>
                  <a:lnTo>
                    <a:pt x="4966423" y="62776"/>
                  </a:lnTo>
                  <a:lnTo>
                    <a:pt x="4933949" y="36118"/>
                  </a:lnTo>
                  <a:lnTo>
                    <a:pt x="4896903" y="16306"/>
                  </a:lnTo>
                  <a:lnTo>
                    <a:pt x="4856695" y="4114"/>
                  </a:lnTo>
                  <a:lnTo>
                    <a:pt x="4814887" y="0"/>
                  </a:lnTo>
                  <a:close/>
                </a:path>
              </a:pathLst>
            </a:custGeom>
            <a:solidFill>
              <a:srgbClr val="040404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0" name="object 10"/>
            <p:cNvSpPr/>
            <p:nvPr/>
          </p:nvSpPr>
          <p:spPr>
            <a:xfrm>
              <a:off x="5800724" y="2477135"/>
              <a:ext cx="5029200" cy="923290"/>
            </a:xfrm>
            <a:custGeom>
              <a:avLst/>
              <a:gdLst/>
              <a:ahLst/>
              <a:cxnLst/>
              <a:rect l="l" t="t" r="r" b="b"/>
              <a:pathLst>
                <a:path w="5029200" h="923289">
                  <a:moveTo>
                    <a:pt x="4825414" y="0"/>
                  </a:moveTo>
                  <a:lnTo>
                    <a:pt x="203784" y="0"/>
                  </a:lnTo>
                  <a:lnTo>
                    <a:pt x="172504" y="3810"/>
                  </a:lnTo>
                  <a:lnTo>
                    <a:pt x="122665" y="20320"/>
                  </a:lnTo>
                  <a:lnTo>
                    <a:pt x="86639" y="41910"/>
                  </a:lnTo>
                  <a:lnTo>
                    <a:pt x="70400" y="55880"/>
                  </a:lnTo>
                  <a:lnTo>
                    <a:pt x="62776" y="62230"/>
                  </a:lnTo>
                  <a:lnTo>
                    <a:pt x="55508" y="69850"/>
                  </a:lnTo>
                  <a:lnTo>
                    <a:pt x="48642" y="78740"/>
                  </a:lnTo>
                  <a:lnTo>
                    <a:pt x="42178" y="86360"/>
                  </a:lnTo>
                  <a:lnTo>
                    <a:pt x="36118" y="95250"/>
                  </a:lnTo>
                  <a:lnTo>
                    <a:pt x="30481" y="104140"/>
                  </a:lnTo>
                  <a:lnTo>
                    <a:pt x="25303" y="113030"/>
                  </a:lnTo>
                  <a:lnTo>
                    <a:pt x="20579" y="123190"/>
                  </a:lnTo>
                  <a:lnTo>
                    <a:pt x="16306" y="132080"/>
                  </a:lnTo>
                  <a:lnTo>
                    <a:pt x="4114" y="172720"/>
                  </a:lnTo>
                  <a:lnTo>
                    <a:pt x="0" y="214630"/>
                  </a:lnTo>
                  <a:lnTo>
                    <a:pt x="0" y="709930"/>
                  </a:lnTo>
                  <a:lnTo>
                    <a:pt x="225" y="718820"/>
                  </a:lnTo>
                  <a:lnTo>
                    <a:pt x="257" y="720090"/>
                  </a:lnTo>
                  <a:lnTo>
                    <a:pt x="932" y="728980"/>
                  </a:lnTo>
                  <a:lnTo>
                    <a:pt x="1028" y="730250"/>
                  </a:lnTo>
                  <a:lnTo>
                    <a:pt x="9224" y="772160"/>
                  </a:lnTo>
                  <a:lnTo>
                    <a:pt x="16306" y="791210"/>
                  </a:lnTo>
                  <a:lnTo>
                    <a:pt x="20579" y="801370"/>
                  </a:lnTo>
                  <a:lnTo>
                    <a:pt x="25303" y="810260"/>
                  </a:lnTo>
                  <a:lnTo>
                    <a:pt x="30481" y="819150"/>
                  </a:lnTo>
                  <a:lnTo>
                    <a:pt x="36118" y="829310"/>
                  </a:lnTo>
                  <a:lnTo>
                    <a:pt x="42178" y="836930"/>
                  </a:lnTo>
                  <a:lnTo>
                    <a:pt x="48642" y="845820"/>
                  </a:lnTo>
                  <a:lnTo>
                    <a:pt x="55508" y="853440"/>
                  </a:lnTo>
                  <a:lnTo>
                    <a:pt x="86639" y="881380"/>
                  </a:lnTo>
                  <a:lnTo>
                    <a:pt x="104144" y="892810"/>
                  </a:lnTo>
                  <a:lnTo>
                    <a:pt x="113282" y="899160"/>
                  </a:lnTo>
                  <a:lnTo>
                    <a:pt x="122665" y="902970"/>
                  </a:lnTo>
                  <a:lnTo>
                    <a:pt x="132295" y="908050"/>
                  </a:lnTo>
                  <a:lnTo>
                    <a:pt x="142123" y="911860"/>
                  </a:lnTo>
                  <a:lnTo>
                    <a:pt x="182881" y="922020"/>
                  </a:lnTo>
                  <a:lnTo>
                    <a:pt x="193308" y="923290"/>
                  </a:lnTo>
                  <a:lnTo>
                    <a:pt x="4835891" y="923290"/>
                  </a:lnTo>
                  <a:lnTo>
                    <a:pt x="4846317" y="922020"/>
                  </a:lnTo>
                  <a:lnTo>
                    <a:pt x="4887076" y="911860"/>
                  </a:lnTo>
                  <a:lnTo>
                    <a:pt x="4896903" y="908050"/>
                  </a:lnTo>
                  <a:lnTo>
                    <a:pt x="4901716" y="905510"/>
                  </a:lnTo>
                  <a:lnTo>
                    <a:pt x="214312" y="905510"/>
                  </a:lnTo>
                  <a:lnTo>
                    <a:pt x="204717" y="904240"/>
                  </a:lnTo>
                  <a:lnTo>
                    <a:pt x="195172" y="904240"/>
                  </a:lnTo>
                  <a:lnTo>
                    <a:pt x="176212" y="901700"/>
                  </a:lnTo>
                  <a:lnTo>
                    <a:pt x="148539" y="894080"/>
                  </a:lnTo>
                  <a:lnTo>
                    <a:pt x="130816" y="886460"/>
                  </a:lnTo>
                  <a:lnTo>
                    <a:pt x="122264" y="881380"/>
                  </a:lnTo>
                  <a:lnTo>
                    <a:pt x="113934" y="877570"/>
                  </a:lnTo>
                  <a:lnTo>
                    <a:pt x="105829" y="872490"/>
                  </a:lnTo>
                  <a:lnTo>
                    <a:pt x="97985" y="866140"/>
                  </a:lnTo>
                  <a:lnTo>
                    <a:pt x="90438" y="861060"/>
                  </a:lnTo>
                  <a:lnTo>
                    <a:pt x="83188" y="854710"/>
                  </a:lnTo>
                  <a:lnTo>
                    <a:pt x="76238" y="847090"/>
                  </a:lnTo>
                  <a:lnTo>
                    <a:pt x="69620" y="840740"/>
                  </a:lnTo>
                  <a:lnTo>
                    <a:pt x="42103" y="801370"/>
                  </a:lnTo>
                  <a:lnTo>
                    <a:pt x="37800" y="792480"/>
                  </a:lnTo>
                  <a:lnTo>
                    <a:pt x="33908" y="784860"/>
                  </a:lnTo>
                  <a:lnTo>
                    <a:pt x="22796" y="748030"/>
                  </a:lnTo>
                  <a:lnTo>
                    <a:pt x="19049" y="709930"/>
                  </a:lnTo>
                  <a:lnTo>
                    <a:pt x="19049" y="214630"/>
                  </a:lnTo>
                  <a:lnTo>
                    <a:pt x="22796" y="176530"/>
                  </a:lnTo>
                  <a:lnTo>
                    <a:pt x="33908" y="139700"/>
                  </a:lnTo>
                  <a:lnTo>
                    <a:pt x="46821" y="114300"/>
                  </a:lnTo>
                  <a:lnTo>
                    <a:pt x="51955" y="105410"/>
                  </a:lnTo>
                  <a:lnTo>
                    <a:pt x="57480" y="97790"/>
                  </a:lnTo>
                  <a:lnTo>
                    <a:pt x="63368" y="90170"/>
                  </a:lnTo>
                  <a:lnTo>
                    <a:pt x="69620" y="83820"/>
                  </a:lnTo>
                  <a:lnTo>
                    <a:pt x="76238" y="76200"/>
                  </a:lnTo>
                  <a:lnTo>
                    <a:pt x="105829" y="52070"/>
                  </a:lnTo>
                  <a:lnTo>
                    <a:pt x="148539" y="30480"/>
                  </a:lnTo>
                  <a:lnTo>
                    <a:pt x="204717" y="19050"/>
                  </a:lnTo>
                  <a:lnTo>
                    <a:pt x="4903320" y="19050"/>
                  </a:lnTo>
                  <a:lnTo>
                    <a:pt x="4877099" y="8890"/>
                  </a:lnTo>
                  <a:lnTo>
                    <a:pt x="4856695" y="3810"/>
                  </a:lnTo>
                  <a:lnTo>
                    <a:pt x="4825414" y="0"/>
                  </a:lnTo>
                  <a:close/>
                </a:path>
                <a:path w="5029200" h="923289">
                  <a:moveTo>
                    <a:pt x="4903320" y="19050"/>
                  </a:moveTo>
                  <a:lnTo>
                    <a:pt x="4824476" y="19050"/>
                  </a:lnTo>
                  <a:lnTo>
                    <a:pt x="4852987" y="22860"/>
                  </a:lnTo>
                  <a:lnTo>
                    <a:pt x="4880658" y="30480"/>
                  </a:lnTo>
                  <a:lnTo>
                    <a:pt x="4915260" y="46990"/>
                  </a:lnTo>
                  <a:lnTo>
                    <a:pt x="4946010" y="69850"/>
                  </a:lnTo>
                  <a:lnTo>
                    <a:pt x="4959579" y="83820"/>
                  </a:lnTo>
                  <a:lnTo>
                    <a:pt x="4965831" y="90170"/>
                  </a:lnTo>
                  <a:lnTo>
                    <a:pt x="4971719" y="97790"/>
                  </a:lnTo>
                  <a:lnTo>
                    <a:pt x="4977244" y="105410"/>
                  </a:lnTo>
                  <a:lnTo>
                    <a:pt x="4982378" y="114300"/>
                  </a:lnTo>
                  <a:lnTo>
                    <a:pt x="4987096" y="121920"/>
                  </a:lnTo>
                  <a:lnTo>
                    <a:pt x="5001740" y="157480"/>
                  </a:lnTo>
                  <a:lnTo>
                    <a:pt x="5009208" y="195580"/>
                  </a:lnTo>
                  <a:lnTo>
                    <a:pt x="5010149" y="214630"/>
                  </a:lnTo>
                  <a:lnTo>
                    <a:pt x="5010149" y="709930"/>
                  </a:lnTo>
                  <a:lnTo>
                    <a:pt x="5006390" y="748030"/>
                  </a:lnTo>
                  <a:lnTo>
                    <a:pt x="4995290" y="784860"/>
                  </a:lnTo>
                  <a:lnTo>
                    <a:pt x="4991399" y="792480"/>
                  </a:lnTo>
                  <a:lnTo>
                    <a:pt x="4987096" y="801370"/>
                  </a:lnTo>
                  <a:lnTo>
                    <a:pt x="4965831" y="833120"/>
                  </a:lnTo>
                  <a:lnTo>
                    <a:pt x="4952961" y="847090"/>
                  </a:lnTo>
                  <a:lnTo>
                    <a:pt x="4946010" y="854710"/>
                  </a:lnTo>
                  <a:lnTo>
                    <a:pt x="4938761" y="861060"/>
                  </a:lnTo>
                  <a:lnTo>
                    <a:pt x="4931214" y="866140"/>
                  </a:lnTo>
                  <a:lnTo>
                    <a:pt x="4923370" y="872490"/>
                  </a:lnTo>
                  <a:lnTo>
                    <a:pt x="4915260" y="877570"/>
                  </a:lnTo>
                  <a:lnTo>
                    <a:pt x="4906930" y="881380"/>
                  </a:lnTo>
                  <a:lnTo>
                    <a:pt x="4898381" y="886460"/>
                  </a:lnTo>
                  <a:lnTo>
                    <a:pt x="4880658" y="894080"/>
                  </a:lnTo>
                  <a:lnTo>
                    <a:pt x="4852987" y="901700"/>
                  </a:lnTo>
                  <a:lnTo>
                    <a:pt x="4834022" y="904240"/>
                  </a:lnTo>
                  <a:lnTo>
                    <a:pt x="4824476" y="904240"/>
                  </a:lnTo>
                  <a:lnTo>
                    <a:pt x="4814887" y="905510"/>
                  </a:lnTo>
                  <a:lnTo>
                    <a:pt x="4901716" y="905510"/>
                  </a:lnTo>
                  <a:lnTo>
                    <a:pt x="4906528" y="902970"/>
                  </a:lnTo>
                  <a:lnTo>
                    <a:pt x="4915912" y="899160"/>
                  </a:lnTo>
                  <a:lnTo>
                    <a:pt x="4925053" y="892810"/>
                  </a:lnTo>
                  <a:lnTo>
                    <a:pt x="4933949" y="887730"/>
                  </a:lnTo>
                  <a:lnTo>
                    <a:pt x="4942559" y="881380"/>
                  </a:lnTo>
                  <a:lnTo>
                    <a:pt x="4973689" y="853440"/>
                  </a:lnTo>
                  <a:lnTo>
                    <a:pt x="4987015" y="836930"/>
                  </a:lnTo>
                  <a:lnTo>
                    <a:pt x="4993080" y="829310"/>
                  </a:lnTo>
                  <a:lnTo>
                    <a:pt x="4998712" y="819150"/>
                  </a:lnTo>
                  <a:lnTo>
                    <a:pt x="5003890" y="810260"/>
                  </a:lnTo>
                  <a:lnTo>
                    <a:pt x="5008613" y="801370"/>
                  </a:lnTo>
                  <a:lnTo>
                    <a:pt x="5012880" y="791210"/>
                  </a:lnTo>
                  <a:lnTo>
                    <a:pt x="5016671" y="782320"/>
                  </a:lnTo>
                  <a:lnTo>
                    <a:pt x="5019968" y="772160"/>
                  </a:lnTo>
                  <a:lnTo>
                    <a:pt x="5028171" y="730250"/>
                  </a:lnTo>
                  <a:lnTo>
                    <a:pt x="5029199" y="709930"/>
                  </a:lnTo>
                  <a:lnTo>
                    <a:pt x="5029199" y="214630"/>
                  </a:lnTo>
                  <a:lnTo>
                    <a:pt x="5028971" y="204470"/>
                  </a:lnTo>
                  <a:lnTo>
                    <a:pt x="5028942" y="203200"/>
                  </a:lnTo>
                  <a:lnTo>
                    <a:pt x="5022772" y="162560"/>
                  </a:lnTo>
                  <a:lnTo>
                    <a:pt x="5008613" y="123190"/>
                  </a:lnTo>
                  <a:lnTo>
                    <a:pt x="5003890" y="113030"/>
                  </a:lnTo>
                  <a:lnTo>
                    <a:pt x="4998712" y="104140"/>
                  </a:lnTo>
                  <a:lnTo>
                    <a:pt x="4993080" y="95250"/>
                  </a:lnTo>
                  <a:lnTo>
                    <a:pt x="4987015" y="86360"/>
                  </a:lnTo>
                  <a:lnTo>
                    <a:pt x="4980552" y="78740"/>
                  </a:lnTo>
                  <a:lnTo>
                    <a:pt x="4973689" y="69850"/>
                  </a:lnTo>
                  <a:lnTo>
                    <a:pt x="4966423" y="62230"/>
                  </a:lnTo>
                  <a:lnTo>
                    <a:pt x="4958799" y="55880"/>
                  </a:lnTo>
                  <a:lnTo>
                    <a:pt x="4950843" y="48260"/>
                  </a:lnTo>
                  <a:lnTo>
                    <a:pt x="4915912" y="25400"/>
                  </a:lnTo>
                  <a:lnTo>
                    <a:pt x="4906528" y="20320"/>
                  </a:lnTo>
                  <a:lnTo>
                    <a:pt x="4903320" y="19050"/>
                  </a:lnTo>
                  <a:close/>
                </a:path>
              </a:pathLst>
            </a:custGeom>
            <a:solidFill>
              <a:srgbClr val="FFFFFF">
                <a:alpha val="25099"/>
              </a:srgbClr>
            </a:solidFill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11" name="object 11"/>
          <p:cNvSpPr txBox="1"/>
          <p:nvPr/>
        </p:nvSpPr>
        <p:spPr>
          <a:xfrm>
            <a:off x="5978525" y="2649537"/>
            <a:ext cx="3806825" cy="28257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1650" b="1" dirty="0">
                <a:solidFill>
                  <a:srgbClr val="E5E0DF"/>
                </a:solidFill>
                <a:latin typeface="Tahoma" panose="020B0604030504040204"/>
                <a:cs typeface="Tahoma" panose="020B0604030504040204"/>
              </a:rPr>
              <a:t>Batch</a:t>
            </a:r>
            <a:r>
              <a:rPr sz="1650" b="1" spc="-40" dirty="0">
                <a:solidFill>
                  <a:srgbClr val="E5E0DF"/>
                </a:solidFill>
                <a:latin typeface="Tahoma" panose="020B0604030504040204"/>
                <a:cs typeface="Tahoma" panose="020B0604030504040204"/>
              </a:rPr>
              <a:t> </a:t>
            </a:r>
            <a:r>
              <a:rPr sz="1650" b="1" dirty="0">
                <a:solidFill>
                  <a:srgbClr val="E5E0DF"/>
                </a:solidFill>
                <a:latin typeface="Tahoma" panose="020B0604030504040204"/>
                <a:cs typeface="Tahoma" panose="020B0604030504040204"/>
              </a:rPr>
              <a:t>processing</a:t>
            </a:r>
            <a:r>
              <a:rPr sz="1650" b="1" spc="-40" dirty="0">
                <a:solidFill>
                  <a:srgbClr val="E5E0DF"/>
                </a:solidFill>
                <a:latin typeface="Tahoma" panose="020B0604030504040204"/>
                <a:cs typeface="Tahoma" panose="020B0604030504040204"/>
              </a:rPr>
              <a:t> </a:t>
            </a:r>
            <a:r>
              <a:rPr sz="1650" b="1" dirty="0">
                <a:solidFill>
                  <a:srgbClr val="E5E0DF"/>
                </a:solidFill>
                <a:latin typeface="Tahoma" panose="020B0604030504040204"/>
                <a:cs typeface="Tahoma" panose="020B0604030504040204"/>
              </a:rPr>
              <a:t>for</a:t>
            </a:r>
            <a:r>
              <a:rPr sz="1650" b="1" spc="-35" dirty="0">
                <a:solidFill>
                  <a:srgbClr val="E5E0DF"/>
                </a:solidFill>
                <a:latin typeface="Tahoma" panose="020B0604030504040204"/>
                <a:cs typeface="Tahoma" panose="020B0604030504040204"/>
              </a:rPr>
              <a:t> </a:t>
            </a:r>
            <a:r>
              <a:rPr sz="1650" b="1" spc="-20" dirty="0">
                <a:solidFill>
                  <a:srgbClr val="E5E0DF"/>
                </a:solidFill>
                <a:latin typeface="Tahoma" panose="020B0604030504040204"/>
                <a:cs typeface="Tahoma" panose="020B0604030504040204"/>
              </a:rPr>
              <a:t>large</a:t>
            </a:r>
            <a:r>
              <a:rPr sz="1650" b="1" spc="-40" dirty="0">
                <a:solidFill>
                  <a:srgbClr val="E5E0DF"/>
                </a:solidFill>
                <a:latin typeface="Tahoma" panose="020B0604030504040204"/>
                <a:cs typeface="Tahoma" panose="020B0604030504040204"/>
              </a:rPr>
              <a:t> </a:t>
            </a:r>
            <a:r>
              <a:rPr sz="1650" b="1" spc="-10" dirty="0">
                <a:solidFill>
                  <a:srgbClr val="E5E0DF"/>
                </a:solidFill>
                <a:latin typeface="Tahoma" panose="020B0604030504040204"/>
                <a:cs typeface="Tahoma" panose="020B0604030504040204"/>
              </a:rPr>
              <a:t>datasets.</a:t>
            </a:r>
            <a:endParaRPr sz="1650">
              <a:latin typeface="Tahoma" panose="020B0604030504040204"/>
              <a:cs typeface="Tahoma" panose="020B0604030504040204"/>
            </a:endParaRPr>
          </a:p>
        </p:txBody>
      </p:sp>
      <p:grpSp>
        <p:nvGrpSpPr>
          <p:cNvPr id="12" name="object 12"/>
          <p:cNvGrpSpPr/>
          <p:nvPr/>
        </p:nvGrpSpPr>
        <p:grpSpPr>
          <a:xfrm>
            <a:off x="600074" y="3571875"/>
            <a:ext cx="5045710" cy="1197610"/>
            <a:chOff x="600074" y="3571875"/>
            <a:chExt cx="5045710" cy="1197610"/>
          </a:xfrm>
        </p:grpSpPr>
        <p:sp>
          <p:nvSpPr>
            <p:cNvPr id="13" name="object 13"/>
            <p:cNvSpPr/>
            <p:nvPr/>
          </p:nvSpPr>
          <p:spPr>
            <a:xfrm>
              <a:off x="625872" y="3597677"/>
              <a:ext cx="5019675" cy="1171575"/>
            </a:xfrm>
            <a:custGeom>
              <a:avLst/>
              <a:gdLst/>
              <a:ahLst/>
              <a:cxnLst/>
              <a:rect l="l" t="t" r="r" b="b"/>
              <a:pathLst>
                <a:path w="5019675" h="1171575">
                  <a:moveTo>
                    <a:pt x="0" y="1020903"/>
                  </a:moveTo>
                  <a:lnTo>
                    <a:pt x="18891" y="1064276"/>
                  </a:lnTo>
                  <a:lnTo>
                    <a:pt x="43378" y="1098439"/>
                  </a:lnTo>
                  <a:lnTo>
                    <a:pt x="74056" y="1127179"/>
                  </a:lnTo>
                  <a:lnTo>
                    <a:pt x="109749" y="1149379"/>
                  </a:lnTo>
                  <a:lnTo>
                    <a:pt x="149095" y="1164174"/>
                  </a:lnTo>
                  <a:lnTo>
                    <a:pt x="190568" y="1171020"/>
                  </a:lnTo>
                  <a:lnTo>
                    <a:pt x="197569" y="1171375"/>
                  </a:lnTo>
                  <a:lnTo>
                    <a:pt x="4812178" y="1171375"/>
                  </a:lnTo>
                  <a:lnTo>
                    <a:pt x="4853860" y="1165889"/>
                  </a:lnTo>
                  <a:lnTo>
                    <a:pt x="4893661" y="1152376"/>
                  </a:lnTo>
                  <a:lnTo>
                    <a:pt x="4906732" y="1145772"/>
                  </a:lnTo>
                  <a:lnTo>
                    <a:pt x="188515" y="1145772"/>
                  </a:lnTo>
                  <a:lnTo>
                    <a:pt x="178455" y="1145527"/>
                  </a:lnTo>
                  <a:lnTo>
                    <a:pt x="138743" y="1139635"/>
                  </a:lnTo>
                  <a:lnTo>
                    <a:pt x="100947" y="1126102"/>
                  </a:lnTo>
                  <a:lnTo>
                    <a:pt x="66511" y="1105462"/>
                  </a:lnTo>
                  <a:lnTo>
                    <a:pt x="36769" y="1078501"/>
                  </a:lnTo>
                  <a:lnTo>
                    <a:pt x="12855" y="1046258"/>
                  </a:lnTo>
                  <a:lnTo>
                    <a:pt x="3391" y="1028555"/>
                  </a:lnTo>
                  <a:lnTo>
                    <a:pt x="0" y="1020903"/>
                  </a:lnTo>
                  <a:close/>
                </a:path>
                <a:path w="5019675" h="1171575">
                  <a:moveTo>
                    <a:pt x="4869029" y="0"/>
                  </a:moveTo>
                  <a:lnTo>
                    <a:pt x="4902869" y="18241"/>
                  </a:lnTo>
                  <a:lnTo>
                    <a:pt x="4933895" y="43704"/>
                  </a:lnTo>
                  <a:lnTo>
                    <a:pt x="4959359" y="74730"/>
                  </a:lnTo>
                  <a:lnTo>
                    <a:pt x="4978294" y="110138"/>
                  </a:lnTo>
                  <a:lnTo>
                    <a:pt x="4989940" y="148555"/>
                  </a:lnTo>
                  <a:lnTo>
                    <a:pt x="4993877" y="188510"/>
                  </a:lnTo>
                  <a:lnTo>
                    <a:pt x="4993877" y="940985"/>
                  </a:lnTo>
                  <a:lnTo>
                    <a:pt x="4989940" y="980939"/>
                  </a:lnTo>
                  <a:lnTo>
                    <a:pt x="4978294" y="1019356"/>
                  </a:lnTo>
                  <a:lnTo>
                    <a:pt x="4959359" y="1054764"/>
                  </a:lnTo>
                  <a:lnTo>
                    <a:pt x="4933895" y="1085790"/>
                  </a:lnTo>
                  <a:lnTo>
                    <a:pt x="4902869" y="1111253"/>
                  </a:lnTo>
                  <a:lnTo>
                    <a:pt x="4867461" y="1130176"/>
                  </a:lnTo>
                  <a:lnTo>
                    <a:pt x="4829044" y="1141835"/>
                  </a:lnTo>
                  <a:lnTo>
                    <a:pt x="4789090" y="1145772"/>
                  </a:lnTo>
                  <a:lnTo>
                    <a:pt x="4906732" y="1145772"/>
                  </a:lnTo>
                  <a:lnTo>
                    <a:pt x="4946544" y="1118264"/>
                  </a:lnTo>
                  <a:lnTo>
                    <a:pt x="4975284" y="1087593"/>
                  </a:lnTo>
                  <a:lnTo>
                    <a:pt x="4997484" y="1051894"/>
                  </a:lnTo>
                  <a:lnTo>
                    <a:pt x="5012279" y="1012549"/>
                  </a:lnTo>
                  <a:lnTo>
                    <a:pt x="5019137" y="971084"/>
                  </a:lnTo>
                  <a:lnTo>
                    <a:pt x="5019480" y="964073"/>
                  </a:lnTo>
                  <a:lnTo>
                    <a:pt x="5019480" y="197565"/>
                  </a:lnTo>
                  <a:lnTo>
                    <a:pt x="5013994" y="155883"/>
                  </a:lnTo>
                  <a:lnTo>
                    <a:pt x="5000481" y="116081"/>
                  </a:lnTo>
                  <a:lnTo>
                    <a:pt x="4979450" y="79683"/>
                  </a:lnTo>
                  <a:lnTo>
                    <a:pt x="4951739" y="48073"/>
                  </a:lnTo>
                  <a:lnTo>
                    <a:pt x="4918388" y="22482"/>
                  </a:lnTo>
                  <a:lnTo>
                    <a:pt x="4880695" y="3902"/>
                  </a:lnTo>
                  <a:lnTo>
                    <a:pt x="4874091" y="1540"/>
                  </a:lnTo>
                  <a:lnTo>
                    <a:pt x="4869029" y="0"/>
                  </a:lnTo>
                  <a:close/>
                </a:path>
              </a:pathLst>
            </a:custGeom>
            <a:solidFill>
              <a:srgbClr val="FFFFFF">
                <a:alpha val="25099"/>
              </a:srgbClr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4" name="object 14"/>
            <p:cNvSpPr/>
            <p:nvPr/>
          </p:nvSpPr>
          <p:spPr>
            <a:xfrm>
              <a:off x="600074" y="3571875"/>
              <a:ext cx="5029200" cy="1181100"/>
            </a:xfrm>
            <a:custGeom>
              <a:avLst/>
              <a:gdLst/>
              <a:ahLst/>
              <a:cxnLst/>
              <a:rect l="l" t="t" r="r" b="b"/>
              <a:pathLst>
                <a:path w="5029200" h="1181100">
                  <a:moveTo>
                    <a:pt x="4814887" y="0"/>
                  </a:moveTo>
                  <a:lnTo>
                    <a:pt x="214312" y="0"/>
                  </a:lnTo>
                  <a:lnTo>
                    <a:pt x="203782" y="257"/>
                  </a:lnTo>
                  <a:lnTo>
                    <a:pt x="162225" y="6421"/>
                  </a:lnTo>
                  <a:lnTo>
                    <a:pt x="122669" y="20573"/>
                  </a:lnTo>
                  <a:lnTo>
                    <a:pt x="86635" y="42178"/>
                  </a:lnTo>
                  <a:lnTo>
                    <a:pt x="55507" y="70398"/>
                  </a:lnTo>
                  <a:lnTo>
                    <a:pt x="30482" y="104144"/>
                  </a:lnTo>
                  <a:lnTo>
                    <a:pt x="12521" y="142123"/>
                  </a:lnTo>
                  <a:lnTo>
                    <a:pt x="2316" y="182881"/>
                  </a:lnTo>
                  <a:lnTo>
                    <a:pt x="0" y="214312"/>
                  </a:lnTo>
                  <a:lnTo>
                    <a:pt x="0" y="966787"/>
                  </a:lnTo>
                  <a:lnTo>
                    <a:pt x="4117" y="1008595"/>
                  </a:lnTo>
                  <a:lnTo>
                    <a:pt x="16311" y="1048791"/>
                  </a:lnTo>
                  <a:lnTo>
                    <a:pt x="36116" y="1085849"/>
                  </a:lnTo>
                  <a:lnTo>
                    <a:pt x="62771" y="1118323"/>
                  </a:lnTo>
                  <a:lnTo>
                    <a:pt x="95244" y="1144981"/>
                  </a:lnTo>
                  <a:lnTo>
                    <a:pt x="132298" y="1164780"/>
                  </a:lnTo>
                  <a:lnTo>
                    <a:pt x="172501" y="1176985"/>
                  </a:lnTo>
                  <a:lnTo>
                    <a:pt x="214312" y="1181099"/>
                  </a:lnTo>
                  <a:lnTo>
                    <a:pt x="4814887" y="1181099"/>
                  </a:lnTo>
                  <a:lnTo>
                    <a:pt x="4856695" y="1176985"/>
                  </a:lnTo>
                  <a:lnTo>
                    <a:pt x="4896903" y="1164780"/>
                  </a:lnTo>
                  <a:lnTo>
                    <a:pt x="4933949" y="1144981"/>
                  </a:lnTo>
                  <a:lnTo>
                    <a:pt x="4966423" y="1118323"/>
                  </a:lnTo>
                  <a:lnTo>
                    <a:pt x="4993080" y="1085849"/>
                  </a:lnTo>
                  <a:lnTo>
                    <a:pt x="5012880" y="1048791"/>
                  </a:lnTo>
                  <a:lnTo>
                    <a:pt x="5025084" y="1008595"/>
                  </a:lnTo>
                  <a:lnTo>
                    <a:pt x="5029199" y="966787"/>
                  </a:lnTo>
                  <a:lnTo>
                    <a:pt x="5029199" y="214312"/>
                  </a:lnTo>
                  <a:lnTo>
                    <a:pt x="5025084" y="172504"/>
                  </a:lnTo>
                  <a:lnTo>
                    <a:pt x="5012880" y="132295"/>
                  </a:lnTo>
                  <a:lnTo>
                    <a:pt x="4993080" y="95249"/>
                  </a:lnTo>
                  <a:lnTo>
                    <a:pt x="4966423" y="62776"/>
                  </a:lnTo>
                  <a:lnTo>
                    <a:pt x="4933949" y="36118"/>
                  </a:lnTo>
                  <a:lnTo>
                    <a:pt x="4896903" y="16306"/>
                  </a:lnTo>
                  <a:lnTo>
                    <a:pt x="4856695" y="4114"/>
                  </a:lnTo>
                  <a:lnTo>
                    <a:pt x="4814887" y="0"/>
                  </a:lnTo>
                  <a:close/>
                </a:path>
              </a:pathLst>
            </a:custGeom>
            <a:solidFill>
              <a:srgbClr val="040404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5" name="object 15"/>
            <p:cNvSpPr/>
            <p:nvPr/>
          </p:nvSpPr>
          <p:spPr>
            <a:xfrm>
              <a:off x="600074" y="3573144"/>
              <a:ext cx="5029200" cy="1179830"/>
            </a:xfrm>
            <a:custGeom>
              <a:avLst/>
              <a:gdLst/>
              <a:ahLst/>
              <a:cxnLst/>
              <a:rect l="l" t="t" r="r" b="b"/>
              <a:pathLst>
                <a:path w="5029200" h="1179829">
                  <a:moveTo>
                    <a:pt x="4835891" y="0"/>
                  </a:moveTo>
                  <a:lnTo>
                    <a:pt x="193304" y="0"/>
                  </a:lnTo>
                  <a:lnTo>
                    <a:pt x="182877" y="1270"/>
                  </a:lnTo>
                  <a:lnTo>
                    <a:pt x="142124" y="11430"/>
                  </a:lnTo>
                  <a:lnTo>
                    <a:pt x="132298" y="15240"/>
                  </a:lnTo>
                  <a:lnTo>
                    <a:pt x="122669" y="20320"/>
                  </a:lnTo>
                  <a:lnTo>
                    <a:pt x="113284" y="24130"/>
                  </a:lnTo>
                  <a:lnTo>
                    <a:pt x="104143" y="30480"/>
                  </a:lnTo>
                  <a:lnTo>
                    <a:pt x="95244" y="35560"/>
                  </a:lnTo>
                  <a:lnTo>
                    <a:pt x="86635" y="41910"/>
                  </a:lnTo>
                  <a:lnTo>
                    <a:pt x="55507" y="69850"/>
                  </a:lnTo>
                  <a:lnTo>
                    <a:pt x="30482" y="104140"/>
                  </a:lnTo>
                  <a:lnTo>
                    <a:pt x="16311" y="132080"/>
                  </a:lnTo>
                  <a:lnTo>
                    <a:pt x="12521" y="140970"/>
                  </a:lnTo>
                  <a:lnTo>
                    <a:pt x="2316" y="182880"/>
                  </a:lnTo>
                  <a:lnTo>
                    <a:pt x="0" y="213360"/>
                  </a:lnTo>
                  <a:lnTo>
                    <a:pt x="0" y="966470"/>
                  </a:lnTo>
                  <a:lnTo>
                    <a:pt x="4117" y="1008380"/>
                  </a:lnTo>
                  <a:lnTo>
                    <a:pt x="16311" y="1047750"/>
                  </a:lnTo>
                  <a:lnTo>
                    <a:pt x="20580" y="1057910"/>
                  </a:lnTo>
                  <a:lnTo>
                    <a:pt x="25303" y="1066800"/>
                  </a:lnTo>
                  <a:lnTo>
                    <a:pt x="30482" y="1075690"/>
                  </a:lnTo>
                  <a:lnTo>
                    <a:pt x="36116" y="1085850"/>
                  </a:lnTo>
                  <a:lnTo>
                    <a:pt x="42179" y="1093470"/>
                  </a:lnTo>
                  <a:lnTo>
                    <a:pt x="48643" y="1102360"/>
                  </a:lnTo>
                  <a:lnTo>
                    <a:pt x="55507" y="1109980"/>
                  </a:lnTo>
                  <a:lnTo>
                    <a:pt x="86635" y="1137920"/>
                  </a:lnTo>
                  <a:lnTo>
                    <a:pt x="104143" y="1149350"/>
                  </a:lnTo>
                  <a:lnTo>
                    <a:pt x="113284" y="1155700"/>
                  </a:lnTo>
                  <a:lnTo>
                    <a:pt x="122669" y="1159510"/>
                  </a:lnTo>
                  <a:lnTo>
                    <a:pt x="132298" y="1164590"/>
                  </a:lnTo>
                  <a:lnTo>
                    <a:pt x="142124" y="1168400"/>
                  </a:lnTo>
                  <a:lnTo>
                    <a:pt x="182877" y="1178560"/>
                  </a:lnTo>
                  <a:lnTo>
                    <a:pt x="193304" y="1179830"/>
                  </a:lnTo>
                  <a:lnTo>
                    <a:pt x="4835891" y="1179830"/>
                  </a:lnTo>
                  <a:lnTo>
                    <a:pt x="4846317" y="1178560"/>
                  </a:lnTo>
                  <a:lnTo>
                    <a:pt x="4887076" y="1168400"/>
                  </a:lnTo>
                  <a:lnTo>
                    <a:pt x="4896903" y="1164590"/>
                  </a:lnTo>
                  <a:lnTo>
                    <a:pt x="4901716" y="1162050"/>
                  </a:lnTo>
                  <a:lnTo>
                    <a:pt x="214312" y="1162050"/>
                  </a:lnTo>
                  <a:lnTo>
                    <a:pt x="204720" y="1160780"/>
                  </a:lnTo>
                  <a:lnTo>
                    <a:pt x="195173" y="1160780"/>
                  </a:lnTo>
                  <a:lnTo>
                    <a:pt x="176217" y="1158240"/>
                  </a:lnTo>
                  <a:lnTo>
                    <a:pt x="148540" y="1150620"/>
                  </a:lnTo>
                  <a:lnTo>
                    <a:pt x="130817" y="1143000"/>
                  </a:lnTo>
                  <a:lnTo>
                    <a:pt x="122266" y="1137920"/>
                  </a:lnTo>
                  <a:lnTo>
                    <a:pt x="113938" y="1134110"/>
                  </a:lnTo>
                  <a:lnTo>
                    <a:pt x="105831" y="1129030"/>
                  </a:lnTo>
                  <a:lnTo>
                    <a:pt x="97985" y="1122680"/>
                  </a:lnTo>
                  <a:lnTo>
                    <a:pt x="90438" y="1117600"/>
                  </a:lnTo>
                  <a:lnTo>
                    <a:pt x="83190" y="1111250"/>
                  </a:lnTo>
                  <a:lnTo>
                    <a:pt x="76239" y="1103630"/>
                  </a:lnTo>
                  <a:lnTo>
                    <a:pt x="69623" y="1097280"/>
                  </a:lnTo>
                  <a:lnTo>
                    <a:pt x="42104" y="1057910"/>
                  </a:lnTo>
                  <a:lnTo>
                    <a:pt x="37800" y="1049020"/>
                  </a:lnTo>
                  <a:lnTo>
                    <a:pt x="33912" y="1041400"/>
                  </a:lnTo>
                  <a:lnTo>
                    <a:pt x="22800" y="1004570"/>
                  </a:lnTo>
                  <a:lnTo>
                    <a:pt x="19372" y="976630"/>
                  </a:lnTo>
                  <a:lnTo>
                    <a:pt x="19284" y="975360"/>
                  </a:lnTo>
                  <a:lnTo>
                    <a:pt x="19049" y="966470"/>
                  </a:lnTo>
                  <a:lnTo>
                    <a:pt x="19049" y="213360"/>
                  </a:lnTo>
                  <a:lnTo>
                    <a:pt x="22800" y="175260"/>
                  </a:lnTo>
                  <a:lnTo>
                    <a:pt x="33912" y="138430"/>
                  </a:lnTo>
                  <a:lnTo>
                    <a:pt x="37800" y="130810"/>
                  </a:lnTo>
                  <a:lnTo>
                    <a:pt x="42104" y="121920"/>
                  </a:lnTo>
                  <a:lnTo>
                    <a:pt x="63370" y="90170"/>
                  </a:lnTo>
                  <a:lnTo>
                    <a:pt x="76239" y="76200"/>
                  </a:lnTo>
                  <a:lnTo>
                    <a:pt x="83190" y="68580"/>
                  </a:lnTo>
                  <a:lnTo>
                    <a:pt x="90438" y="62230"/>
                  </a:lnTo>
                  <a:lnTo>
                    <a:pt x="97985" y="57150"/>
                  </a:lnTo>
                  <a:lnTo>
                    <a:pt x="105831" y="50800"/>
                  </a:lnTo>
                  <a:lnTo>
                    <a:pt x="113938" y="45720"/>
                  </a:lnTo>
                  <a:lnTo>
                    <a:pt x="122266" y="41910"/>
                  </a:lnTo>
                  <a:lnTo>
                    <a:pt x="130817" y="36830"/>
                  </a:lnTo>
                  <a:lnTo>
                    <a:pt x="148540" y="29210"/>
                  </a:lnTo>
                  <a:lnTo>
                    <a:pt x="176217" y="21590"/>
                  </a:lnTo>
                  <a:lnTo>
                    <a:pt x="195173" y="19050"/>
                  </a:lnTo>
                  <a:lnTo>
                    <a:pt x="4904122" y="19050"/>
                  </a:lnTo>
                  <a:lnTo>
                    <a:pt x="4896903" y="15240"/>
                  </a:lnTo>
                  <a:lnTo>
                    <a:pt x="4887076" y="11430"/>
                  </a:lnTo>
                  <a:lnTo>
                    <a:pt x="4846317" y="1270"/>
                  </a:lnTo>
                  <a:lnTo>
                    <a:pt x="4835891" y="0"/>
                  </a:lnTo>
                  <a:close/>
                </a:path>
                <a:path w="5029200" h="1179829">
                  <a:moveTo>
                    <a:pt x="4904122" y="19050"/>
                  </a:moveTo>
                  <a:lnTo>
                    <a:pt x="4834022" y="19050"/>
                  </a:lnTo>
                  <a:lnTo>
                    <a:pt x="4852987" y="21590"/>
                  </a:lnTo>
                  <a:lnTo>
                    <a:pt x="4880658" y="29210"/>
                  </a:lnTo>
                  <a:lnTo>
                    <a:pt x="4898381" y="36830"/>
                  </a:lnTo>
                  <a:lnTo>
                    <a:pt x="4906930" y="41910"/>
                  </a:lnTo>
                  <a:lnTo>
                    <a:pt x="4915260" y="45720"/>
                  </a:lnTo>
                  <a:lnTo>
                    <a:pt x="4923370" y="50800"/>
                  </a:lnTo>
                  <a:lnTo>
                    <a:pt x="4931214" y="57150"/>
                  </a:lnTo>
                  <a:lnTo>
                    <a:pt x="4938761" y="62230"/>
                  </a:lnTo>
                  <a:lnTo>
                    <a:pt x="4946010" y="68580"/>
                  </a:lnTo>
                  <a:lnTo>
                    <a:pt x="4952961" y="76200"/>
                  </a:lnTo>
                  <a:lnTo>
                    <a:pt x="4959579" y="82550"/>
                  </a:lnTo>
                  <a:lnTo>
                    <a:pt x="4987096" y="121920"/>
                  </a:lnTo>
                  <a:lnTo>
                    <a:pt x="4991399" y="130810"/>
                  </a:lnTo>
                  <a:lnTo>
                    <a:pt x="4995290" y="138430"/>
                  </a:lnTo>
                  <a:lnTo>
                    <a:pt x="5006403" y="175260"/>
                  </a:lnTo>
                  <a:lnTo>
                    <a:pt x="5010149" y="213360"/>
                  </a:lnTo>
                  <a:lnTo>
                    <a:pt x="5010149" y="966470"/>
                  </a:lnTo>
                  <a:lnTo>
                    <a:pt x="5006403" y="1004570"/>
                  </a:lnTo>
                  <a:lnTo>
                    <a:pt x="4995290" y="1041400"/>
                  </a:lnTo>
                  <a:lnTo>
                    <a:pt x="4991399" y="1049020"/>
                  </a:lnTo>
                  <a:lnTo>
                    <a:pt x="4987096" y="1057910"/>
                  </a:lnTo>
                  <a:lnTo>
                    <a:pt x="4965831" y="1089660"/>
                  </a:lnTo>
                  <a:lnTo>
                    <a:pt x="4952961" y="1103630"/>
                  </a:lnTo>
                  <a:lnTo>
                    <a:pt x="4946010" y="1111250"/>
                  </a:lnTo>
                  <a:lnTo>
                    <a:pt x="4938761" y="1117600"/>
                  </a:lnTo>
                  <a:lnTo>
                    <a:pt x="4931214" y="1122680"/>
                  </a:lnTo>
                  <a:lnTo>
                    <a:pt x="4923370" y="1129030"/>
                  </a:lnTo>
                  <a:lnTo>
                    <a:pt x="4915260" y="1134110"/>
                  </a:lnTo>
                  <a:lnTo>
                    <a:pt x="4906930" y="1137920"/>
                  </a:lnTo>
                  <a:lnTo>
                    <a:pt x="4898381" y="1143000"/>
                  </a:lnTo>
                  <a:lnTo>
                    <a:pt x="4880658" y="1150620"/>
                  </a:lnTo>
                  <a:lnTo>
                    <a:pt x="4852987" y="1158240"/>
                  </a:lnTo>
                  <a:lnTo>
                    <a:pt x="4834022" y="1160780"/>
                  </a:lnTo>
                  <a:lnTo>
                    <a:pt x="4824476" y="1160780"/>
                  </a:lnTo>
                  <a:lnTo>
                    <a:pt x="4814887" y="1162050"/>
                  </a:lnTo>
                  <a:lnTo>
                    <a:pt x="4901716" y="1162050"/>
                  </a:lnTo>
                  <a:lnTo>
                    <a:pt x="4906528" y="1159510"/>
                  </a:lnTo>
                  <a:lnTo>
                    <a:pt x="4915912" y="1155700"/>
                  </a:lnTo>
                  <a:lnTo>
                    <a:pt x="4925053" y="1149350"/>
                  </a:lnTo>
                  <a:lnTo>
                    <a:pt x="4933949" y="1144270"/>
                  </a:lnTo>
                  <a:lnTo>
                    <a:pt x="4942559" y="1137920"/>
                  </a:lnTo>
                  <a:lnTo>
                    <a:pt x="4973689" y="1109980"/>
                  </a:lnTo>
                  <a:lnTo>
                    <a:pt x="4987015" y="1093470"/>
                  </a:lnTo>
                  <a:lnTo>
                    <a:pt x="4993080" y="1085850"/>
                  </a:lnTo>
                  <a:lnTo>
                    <a:pt x="4998712" y="1075690"/>
                  </a:lnTo>
                  <a:lnTo>
                    <a:pt x="5003890" y="1066800"/>
                  </a:lnTo>
                  <a:lnTo>
                    <a:pt x="5008613" y="1057910"/>
                  </a:lnTo>
                  <a:lnTo>
                    <a:pt x="5012880" y="1047750"/>
                  </a:lnTo>
                  <a:lnTo>
                    <a:pt x="5016671" y="1038860"/>
                  </a:lnTo>
                  <a:lnTo>
                    <a:pt x="5019968" y="1028700"/>
                  </a:lnTo>
                  <a:lnTo>
                    <a:pt x="5028171" y="986790"/>
                  </a:lnTo>
                  <a:lnTo>
                    <a:pt x="5029199" y="966470"/>
                  </a:lnTo>
                  <a:lnTo>
                    <a:pt x="5029199" y="213360"/>
                  </a:lnTo>
                  <a:lnTo>
                    <a:pt x="5028974" y="204470"/>
                  </a:lnTo>
                  <a:lnTo>
                    <a:pt x="5028942" y="203200"/>
                  </a:lnTo>
                  <a:lnTo>
                    <a:pt x="5028267" y="194310"/>
                  </a:lnTo>
                  <a:lnTo>
                    <a:pt x="5028171" y="193040"/>
                  </a:lnTo>
                  <a:lnTo>
                    <a:pt x="5026885" y="182880"/>
                  </a:lnTo>
                  <a:lnTo>
                    <a:pt x="5016671" y="140970"/>
                  </a:lnTo>
                  <a:lnTo>
                    <a:pt x="5012880" y="132080"/>
                  </a:lnTo>
                  <a:lnTo>
                    <a:pt x="5008613" y="121920"/>
                  </a:lnTo>
                  <a:lnTo>
                    <a:pt x="4987015" y="86360"/>
                  </a:lnTo>
                  <a:lnTo>
                    <a:pt x="4958799" y="54610"/>
                  </a:lnTo>
                  <a:lnTo>
                    <a:pt x="4925053" y="30480"/>
                  </a:lnTo>
                  <a:lnTo>
                    <a:pt x="4915912" y="24130"/>
                  </a:lnTo>
                  <a:lnTo>
                    <a:pt x="4906528" y="20320"/>
                  </a:lnTo>
                  <a:lnTo>
                    <a:pt x="4904122" y="19050"/>
                  </a:lnTo>
                  <a:close/>
                </a:path>
              </a:pathLst>
            </a:custGeom>
            <a:solidFill>
              <a:srgbClr val="FFFFFF">
                <a:alpha val="25099"/>
              </a:srgbClr>
            </a:solidFill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16" name="object 16"/>
          <p:cNvSpPr txBox="1"/>
          <p:nvPr/>
        </p:nvSpPr>
        <p:spPr>
          <a:xfrm>
            <a:off x="777875" y="2649537"/>
            <a:ext cx="4653280" cy="1644650"/>
          </a:xfrm>
          <a:prstGeom prst="rect">
            <a:avLst/>
          </a:prstGeom>
        </p:spPr>
        <p:txBody>
          <a:bodyPr vert="horz" wrap="square" lIns="0" tIns="1905" rIns="0" bIns="0" rtlCol="0">
            <a:spAutoFit/>
          </a:bodyPr>
          <a:lstStyle/>
          <a:p>
            <a:pPr marL="12700" marR="5080">
              <a:lnSpc>
                <a:spcPct val="106000"/>
              </a:lnSpc>
              <a:spcBef>
                <a:spcPts val="15"/>
              </a:spcBef>
            </a:pPr>
            <a:r>
              <a:rPr sz="1650" b="1" spc="-10" dirty="0">
                <a:solidFill>
                  <a:srgbClr val="E5E0DF"/>
                </a:solidFill>
                <a:latin typeface="Tahoma" panose="020B0604030504040204"/>
                <a:cs typeface="Tahoma" panose="020B0604030504040204"/>
              </a:rPr>
              <a:t>Optimized</a:t>
            </a:r>
            <a:r>
              <a:rPr sz="1650" b="1" spc="-15" dirty="0">
                <a:solidFill>
                  <a:srgbClr val="E5E0DF"/>
                </a:solidFill>
                <a:latin typeface="Tahoma" panose="020B0604030504040204"/>
                <a:cs typeface="Tahoma" panose="020B0604030504040204"/>
              </a:rPr>
              <a:t> </a:t>
            </a:r>
            <a:r>
              <a:rPr sz="1650" b="1" dirty="0">
                <a:solidFill>
                  <a:srgbClr val="E5E0DF"/>
                </a:solidFill>
                <a:latin typeface="Tahoma" panose="020B0604030504040204"/>
                <a:cs typeface="Tahoma" panose="020B0604030504040204"/>
              </a:rPr>
              <a:t>for</a:t>
            </a:r>
            <a:r>
              <a:rPr sz="1650" b="1" spc="-10" dirty="0">
                <a:solidFill>
                  <a:srgbClr val="E5E0DF"/>
                </a:solidFill>
                <a:latin typeface="Tahoma" panose="020B0604030504040204"/>
                <a:cs typeface="Tahoma" panose="020B0604030504040204"/>
              </a:rPr>
              <a:t> </a:t>
            </a:r>
            <a:r>
              <a:rPr sz="1650" b="1" spc="-25" dirty="0">
                <a:solidFill>
                  <a:srgbClr val="E5E0DF"/>
                </a:solidFill>
                <a:latin typeface="Tahoma" panose="020B0604030504040204"/>
                <a:cs typeface="Tahoma" panose="020B0604030504040204"/>
              </a:rPr>
              <a:t>medium-</a:t>
            </a:r>
            <a:r>
              <a:rPr sz="1650" b="1" spc="-10" dirty="0">
                <a:solidFill>
                  <a:srgbClr val="E5E0DF"/>
                </a:solidFill>
                <a:latin typeface="Tahoma" panose="020B0604030504040204"/>
                <a:cs typeface="Tahoma" panose="020B0604030504040204"/>
              </a:rPr>
              <a:t>length </a:t>
            </a:r>
            <a:r>
              <a:rPr sz="1650" b="1" dirty="0">
                <a:solidFill>
                  <a:srgbClr val="E5E0DF"/>
                </a:solidFill>
                <a:latin typeface="Tahoma" panose="020B0604030504040204"/>
                <a:cs typeface="Tahoma" panose="020B0604030504040204"/>
              </a:rPr>
              <a:t>podcasts</a:t>
            </a:r>
            <a:r>
              <a:rPr sz="1650" b="1" spc="-10" dirty="0">
                <a:solidFill>
                  <a:srgbClr val="E5E0DF"/>
                </a:solidFill>
                <a:latin typeface="Tahoma" panose="020B0604030504040204"/>
                <a:cs typeface="Tahoma" panose="020B0604030504040204"/>
              </a:rPr>
              <a:t> </a:t>
            </a:r>
            <a:r>
              <a:rPr sz="1650" b="1" spc="-20" dirty="0">
                <a:solidFill>
                  <a:srgbClr val="E5E0DF"/>
                </a:solidFill>
                <a:latin typeface="Tahoma" panose="020B0604030504040204"/>
                <a:cs typeface="Tahoma" panose="020B0604030504040204"/>
              </a:rPr>
              <a:t>(303 </a:t>
            </a:r>
            <a:r>
              <a:rPr sz="1650" b="1" spc="60" dirty="0">
                <a:solidFill>
                  <a:srgbClr val="E5E0DF"/>
                </a:solidFill>
                <a:latin typeface="Tahoma" panose="020B0604030504040204"/>
                <a:cs typeface="Tahoma" panose="020B0604030504040204"/>
              </a:rPr>
              <a:t>90</a:t>
            </a:r>
            <a:r>
              <a:rPr sz="1650" b="1" spc="-85" dirty="0">
                <a:solidFill>
                  <a:srgbClr val="E5E0DF"/>
                </a:solidFill>
                <a:latin typeface="Tahoma" panose="020B0604030504040204"/>
                <a:cs typeface="Tahoma" panose="020B0604030504040204"/>
              </a:rPr>
              <a:t> </a:t>
            </a:r>
            <a:r>
              <a:rPr sz="1650" b="1" spc="-10" dirty="0">
                <a:solidFill>
                  <a:srgbClr val="E5E0DF"/>
                </a:solidFill>
                <a:latin typeface="Tahoma" panose="020B0604030504040204"/>
                <a:cs typeface="Tahoma" panose="020B0604030504040204"/>
              </a:rPr>
              <a:t>mins).</a:t>
            </a:r>
            <a:endParaRPr sz="1650">
              <a:latin typeface="Tahoma" panose="020B0604030504040204"/>
              <a:cs typeface="Tahoma" panose="020B0604030504040204"/>
            </a:endParaRPr>
          </a:p>
          <a:p>
            <a:pPr>
              <a:lnSpc>
                <a:spcPct val="100000"/>
              </a:lnSpc>
            </a:pPr>
            <a:endParaRPr sz="1650">
              <a:latin typeface="Tahoma" panose="020B0604030504040204"/>
              <a:cs typeface="Tahoma" panose="020B0604030504040204"/>
            </a:endParaRPr>
          </a:p>
          <a:p>
            <a:pPr>
              <a:lnSpc>
                <a:spcPct val="100000"/>
              </a:lnSpc>
              <a:spcBef>
                <a:spcPts val="440"/>
              </a:spcBef>
            </a:pPr>
            <a:endParaRPr sz="1650">
              <a:latin typeface="Tahoma" panose="020B0604030504040204"/>
              <a:cs typeface="Tahoma" panose="020B0604030504040204"/>
            </a:endParaRPr>
          </a:p>
          <a:p>
            <a:pPr marL="12700" marR="772160">
              <a:lnSpc>
                <a:spcPct val="106000"/>
              </a:lnSpc>
            </a:pPr>
            <a:r>
              <a:rPr sz="1650" b="1" dirty="0">
                <a:solidFill>
                  <a:srgbClr val="E5E0DF"/>
                </a:solidFill>
                <a:latin typeface="Tahoma" panose="020B0604030504040204"/>
                <a:cs typeface="Tahoma" panose="020B0604030504040204"/>
              </a:rPr>
              <a:t>Caching</a:t>
            </a:r>
            <a:r>
              <a:rPr sz="1650" b="1" spc="-35" dirty="0">
                <a:solidFill>
                  <a:srgbClr val="E5E0DF"/>
                </a:solidFill>
                <a:latin typeface="Tahoma" panose="020B0604030504040204"/>
                <a:cs typeface="Tahoma" panose="020B0604030504040204"/>
              </a:rPr>
              <a:t> </a:t>
            </a:r>
            <a:r>
              <a:rPr sz="1650" b="1" dirty="0">
                <a:solidFill>
                  <a:srgbClr val="E5E0DF"/>
                </a:solidFill>
                <a:latin typeface="Tahoma" panose="020B0604030504040204"/>
                <a:cs typeface="Tahoma" panose="020B0604030504040204"/>
              </a:rPr>
              <a:t>and</a:t>
            </a:r>
            <a:r>
              <a:rPr sz="1650" b="1" spc="-20" dirty="0">
                <a:solidFill>
                  <a:srgbClr val="E5E0DF"/>
                </a:solidFill>
                <a:latin typeface="Tahoma" panose="020B0604030504040204"/>
                <a:cs typeface="Tahoma" panose="020B0604030504040204"/>
              </a:rPr>
              <a:t> parallelization </a:t>
            </a:r>
            <a:r>
              <a:rPr sz="1650" b="1" dirty="0">
                <a:solidFill>
                  <a:srgbClr val="E5E0DF"/>
                </a:solidFill>
                <a:latin typeface="Tahoma" panose="020B0604030504040204"/>
                <a:cs typeface="Tahoma" panose="020B0604030504040204"/>
              </a:rPr>
              <a:t>for</a:t>
            </a:r>
            <a:r>
              <a:rPr sz="1650" b="1" spc="-20" dirty="0">
                <a:solidFill>
                  <a:srgbClr val="E5E0DF"/>
                </a:solidFill>
                <a:latin typeface="Tahoma" panose="020B0604030504040204"/>
                <a:cs typeface="Tahoma" panose="020B0604030504040204"/>
              </a:rPr>
              <a:t> </a:t>
            </a:r>
            <a:r>
              <a:rPr sz="1650" b="1" spc="-10" dirty="0">
                <a:solidFill>
                  <a:srgbClr val="E5E0DF"/>
                </a:solidFill>
                <a:latin typeface="Tahoma" panose="020B0604030504040204"/>
                <a:cs typeface="Tahoma" panose="020B0604030504040204"/>
              </a:rPr>
              <a:t>faster inference.</a:t>
            </a:r>
            <a:endParaRPr sz="1650">
              <a:latin typeface="Tahoma" panose="020B0604030504040204"/>
              <a:cs typeface="Tahoma" panose="020B0604030504040204"/>
            </a:endParaRPr>
          </a:p>
        </p:txBody>
      </p:sp>
      <p:grpSp>
        <p:nvGrpSpPr>
          <p:cNvPr id="17" name="object 17"/>
          <p:cNvGrpSpPr/>
          <p:nvPr/>
        </p:nvGrpSpPr>
        <p:grpSpPr>
          <a:xfrm>
            <a:off x="5800724" y="3571875"/>
            <a:ext cx="5045710" cy="1197610"/>
            <a:chOff x="5800724" y="3571875"/>
            <a:chExt cx="5045710" cy="1197610"/>
          </a:xfrm>
        </p:grpSpPr>
        <p:sp>
          <p:nvSpPr>
            <p:cNvPr id="18" name="object 18"/>
            <p:cNvSpPr/>
            <p:nvPr/>
          </p:nvSpPr>
          <p:spPr>
            <a:xfrm>
              <a:off x="5826527" y="3597677"/>
              <a:ext cx="5019675" cy="1171575"/>
            </a:xfrm>
            <a:custGeom>
              <a:avLst/>
              <a:gdLst/>
              <a:ahLst/>
              <a:cxnLst/>
              <a:rect l="l" t="t" r="r" b="b"/>
              <a:pathLst>
                <a:path w="5019675" h="1171575">
                  <a:moveTo>
                    <a:pt x="0" y="1020923"/>
                  </a:moveTo>
                  <a:lnTo>
                    <a:pt x="18888" y="1064276"/>
                  </a:lnTo>
                  <a:lnTo>
                    <a:pt x="43374" y="1098439"/>
                  </a:lnTo>
                  <a:lnTo>
                    <a:pt x="74057" y="1127179"/>
                  </a:lnTo>
                  <a:lnTo>
                    <a:pt x="109744" y="1149379"/>
                  </a:lnTo>
                  <a:lnTo>
                    <a:pt x="149089" y="1164174"/>
                  </a:lnTo>
                  <a:lnTo>
                    <a:pt x="190567" y="1171020"/>
                  </a:lnTo>
                  <a:lnTo>
                    <a:pt x="197565" y="1171375"/>
                  </a:lnTo>
                  <a:lnTo>
                    <a:pt x="4812173" y="1171375"/>
                  </a:lnTo>
                  <a:lnTo>
                    <a:pt x="4853854" y="1165889"/>
                  </a:lnTo>
                  <a:lnTo>
                    <a:pt x="4893656" y="1152376"/>
                  </a:lnTo>
                  <a:lnTo>
                    <a:pt x="4906727" y="1145772"/>
                  </a:lnTo>
                  <a:lnTo>
                    <a:pt x="188510" y="1145772"/>
                  </a:lnTo>
                  <a:lnTo>
                    <a:pt x="178448" y="1145527"/>
                  </a:lnTo>
                  <a:lnTo>
                    <a:pt x="138738" y="1139635"/>
                  </a:lnTo>
                  <a:lnTo>
                    <a:pt x="100939" y="1126102"/>
                  </a:lnTo>
                  <a:lnTo>
                    <a:pt x="66503" y="1105462"/>
                  </a:lnTo>
                  <a:lnTo>
                    <a:pt x="36763" y="1078501"/>
                  </a:lnTo>
                  <a:lnTo>
                    <a:pt x="12850" y="1046258"/>
                  </a:lnTo>
                  <a:lnTo>
                    <a:pt x="3382" y="1028555"/>
                  </a:lnTo>
                  <a:lnTo>
                    <a:pt x="0" y="1020923"/>
                  </a:lnTo>
                  <a:close/>
                </a:path>
                <a:path w="5019675" h="1171575">
                  <a:moveTo>
                    <a:pt x="4869023" y="0"/>
                  </a:moveTo>
                  <a:lnTo>
                    <a:pt x="4902864" y="18241"/>
                  </a:lnTo>
                  <a:lnTo>
                    <a:pt x="4933890" y="43704"/>
                  </a:lnTo>
                  <a:lnTo>
                    <a:pt x="4959353" y="74730"/>
                  </a:lnTo>
                  <a:lnTo>
                    <a:pt x="4978289" y="110138"/>
                  </a:lnTo>
                  <a:lnTo>
                    <a:pt x="4989935" y="148555"/>
                  </a:lnTo>
                  <a:lnTo>
                    <a:pt x="4993872" y="188510"/>
                  </a:lnTo>
                  <a:lnTo>
                    <a:pt x="4993872" y="940985"/>
                  </a:lnTo>
                  <a:lnTo>
                    <a:pt x="4989935" y="980939"/>
                  </a:lnTo>
                  <a:lnTo>
                    <a:pt x="4978276" y="1019356"/>
                  </a:lnTo>
                  <a:lnTo>
                    <a:pt x="4959353" y="1054764"/>
                  </a:lnTo>
                  <a:lnTo>
                    <a:pt x="4933890" y="1085790"/>
                  </a:lnTo>
                  <a:lnTo>
                    <a:pt x="4902864" y="1111253"/>
                  </a:lnTo>
                  <a:lnTo>
                    <a:pt x="4867456" y="1130176"/>
                  </a:lnTo>
                  <a:lnTo>
                    <a:pt x="4829039" y="1141835"/>
                  </a:lnTo>
                  <a:lnTo>
                    <a:pt x="4789084" y="1145772"/>
                  </a:lnTo>
                  <a:lnTo>
                    <a:pt x="4906727" y="1145772"/>
                  </a:lnTo>
                  <a:lnTo>
                    <a:pt x="4946539" y="1118264"/>
                  </a:lnTo>
                  <a:lnTo>
                    <a:pt x="4975279" y="1087593"/>
                  </a:lnTo>
                  <a:lnTo>
                    <a:pt x="4997479" y="1051894"/>
                  </a:lnTo>
                  <a:lnTo>
                    <a:pt x="5012287" y="1012549"/>
                  </a:lnTo>
                  <a:lnTo>
                    <a:pt x="5019132" y="971084"/>
                  </a:lnTo>
                  <a:lnTo>
                    <a:pt x="5019475" y="964073"/>
                  </a:lnTo>
                  <a:lnTo>
                    <a:pt x="5019475" y="197565"/>
                  </a:lnTo>
                  <a:lnTo>
                    <a:pt x="5013989" y="155883"/>
                  </a:lnTo>
                  <a:lnTo>
                    <a:pt x="5000476" y="116081"/>
                  </a:lnTo>
                  <a:lnTo>
                    <a:pt x="4979445" y="79683"/>
                  </a:lnTo>
                  <a:lnTo>
                    <a:pt x="4951733" y="48073"/>
                  </a:lnTo>
                  <a:lnTo>
                    <a:pt x="4918383" y="22482"/>
                  </a:lnTo>
                  <a:lnTo>
                    <a:pt x="4880689" y="3902"/>
                  </a:lnTo>
                  <a:lnTo>
                    <a:pt x="4874085" y="1540"/>
                  </a:lnTo>
                  <a:lnTo>
                    <a:pt x="4869023" y="0"/>
                  </a:lnTo>
                  <a:close/>
                </a:path>
              </a:pathLst>
            </a:custGeom>
            <a:solidFill>
              <a:srgbClr val="FFFFFF">
                <a:alpha val="25099"/>
              </a:srgbClr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9" name="object 19"/>
            <p:cNvSpPr/>
            <p:nvPr/>
          </p:nvSpPr>
          <p:spPr>
            <a:xfrm>
              <a:off x="5800724" y="3571875"/>
              <a:ext cx="5029200" cy="1181100"/>
            </a:xfrm>
            <a:custGeom>
              <a:avLst/>
              <a:gdLst/>
              <a:ahLst/>
              <a:cxnLst/>
              <a:rect l="l" t="t" r="r" b="b"/>
              <a:pathLst>
                <a:path w="5029200" h="1181100">
                  <a:moveTo>
                    <a:pt x="4814887" y="0"/>
                  </a:moveTo>
                  <a:lnTo>
                    <a:pt x="214312" y="0"/>
                  </a:lnTo>
                  <a:lnTo>
                    <a:pt x="203784" y="257"/>
                  </a:lnTo>
                  <a:lnTo>
                    <a:pt x="162226" y="6421"/>
                  </a:lnTo>
                  <a:lnTo>
                    <a:pt x="122665" y="20573"/>
                  </a:lnTo>
                  <a:lnTo>
                    <a:pt x="86639" y="42178"/>
                  </a:lnTo>
                  <a:lnTo>
                    <a:pt x="55508" y="70398"/>
                  </a:lnTo>
                  <a:lnTo>
                    <a:pt x="30481" y="104144"/>
                  </a:lnTo>
                  <a:lnTo>
                    <a:pt x="12521" y="142123"/>
                  </a:lnTo>
                  <a:lnTo>
                    <a:pt x="2314" y="182881"/>
                  </a:lnTo>
                  <a:lnTo>
                    <a:pt x="0" y="214312"/>
                  </a:lnTo>
                  <a:lnTo>
                    <a:pt x="0" y="966787"/>
                  </a:lnTo>
                  <a:lnTo>
                    <a:pt x="4114" y="1008595"/>
                  </a:lnTo>
                  <a:lnTo>
                    <a:pt x="16306" y="1048791"/>
                  </a:lnTo>
                  <a:lnTo>
                    <a:pt x="36118" y="1085849"/>
                  </a:lnTo>
                  <a:lnTo>
                    <a:pt x="62776" y="1118323"/>
                  </a:lnTo>
                  <a:lnTo>
                    <a:pt x="95249" y="1144981"/>
                  </a:lnTo>
                  <a:lnTo>
                    <a:pt x="132295" y="1164780"/>
                  </a:lnTo>
                  <a:lnTo>
                    <a:pt x="172504" y="1176985"/>
                  </a:lnTo>
                  <a:lnTo>
                    <a:pt x="214312" y="1181099"/>
                  </a:lnTo>
                  <a:lnTo>
                    <a:pt x="4814887" y="1181099"/>
                  </a:lnTo>
                  <a:lnTo>
                    <a:pt x="4856695" y="1176985"/>
                  </a:lnTo>
                  <a:lnTo>
                    <a:pt x="4896903" y="1164780"/>
                  </a:lnTo>
                  <a:lnTo>
                    <a:pt x="4933949" y="1144981"/>
                  </a:lnTo>
                  <a:lnTo>
                    <a:pt x="4966423" y="1118323"/>
                  </a:lnTo>
                  <a:lnTo>
                    <a:pt x="4993080" y="1085849"/>
                  </a:lnTo>
                  <a:lnTo>
                    <a:pt x="5012880" y="1048791"/>
                  </a:lnTo>
                  <a:lnTo>
                    <a:pt x="5025084" y="1008595"/>
                  </a:lnTo>
                  <a:lnTo>
                    <a:pt x="5029199" y="966787"/>
                  </a:lnTo>
                  <a:lnTo>
                    <a:pt x="5029199" y="214312"/>
                  </a:lnTo>
                  <a:lnTo>
                    <a:pt x="5025084" y="172504"/>
                  </a:lnTo>
                  <a:lnTo>
                    <a:pt x="5012880" y="132295"/>
                  </a:lnTo>
                  <a:lnTo>
                    <a:pt x="4993080" y="95249"/>
                  </a:lnTo>
                  <a:lnTo>
                    <a:pt x="4966423" y="62776"/>
                  </a:lnTo>
                  <a:lnTo>
                    <a:pt x="4933949" y="36118"/>
                  </a:lnTo>
                  <a:lnTo>
                    <a:pt x="4896903" y="16306"/>
                  </a:lnTo>
                  <a:lnTo>
                    <a:pt x="4856695" y="4114"/>
                  </a:lnTo>
                  <a:lnTo>
                    <a:pt x="4814887" y="0"/>
                  </a:lnTo>
                  <a:close/>
                </a:path>
              </a:pathLst>
            </a:custGeom>
            <a:solidFill>
              <a:srgbClr val="040404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20" name="object 20"/>
            <p:cNvSpPr/>
            <p:nvPr/>
          </p:nvSpPr>
          <p:spPr>
            <a:xfrm>
              <a:off x="5800724" y="3573144"/>
              <a:ext cx="5029200" cy="1179830"/>
            </a:xfrm>
            <a:custGeom>
              <a:avLst/>
              <a:gdLst/>
              <a:ahLst/>
              <a:cxnLst/>
              <a:rect l="l" t="t" r="r" b="b"/>
              <a:pathLst>
                <a:path w="5029200" h="1179829">
                  <a:moveTo>
                    <a:pt x="4835891" y="0"/>
                  </a:moveTo>
                  <a:lnTo>
                    <a:pt x="193308" y="0"/>
                  </a:lnTo>
                  <a:lnTo>
                    <a:pt x="182881" y="1270"/>
                  </a:lnTo>
                  <a:lnTo>
                    <a:pt x="142123" y="11430"/>
                  </a:lnTo>
                  <a:lnTo>
                    <a:pt x="132295" y="15240"/>
                  </a:lnTo>
                  <a:lnTo>
                    <a:pt x="122665" y="20320"/>
                  </a:lnTo>
                  <a:lnTo>
                    <a:pt x="113282" y="24130"/>
                  </a:lnTo>
                  <a:lnTo>
                    <a:pt x="104144" y="30480"/>
                  </a:lnTo>
                  <a:lnTo>
                    <a:pt x="95249" y="35560"/>
                  </a:lnTo>
                  <a:lnTo>
                    <a:pt x="86639" y="41910"/>
                  </a:lnTo>
                  <a:lnTo>
                    <a:pt x="55508" y="69850"/>
                  </a:lnTo>
                  <a:lnTo>
                    <a:pt x="30481" y="104140"/>
                  </a:lnTo>
                  <a:lnTo>
                    <a:pt x="16306" y="132080"/>
                  </a:lnTo>
                  <a:lnTo>
                    <a:pt x="12521" y="140970"/>
                  </a:lnTo>
                  <a:lnTo>
                    <a:pt x="2314" y="182880"/>
                  </a:lnTo>
                  <a:lnTo>
                    <a:pt x="0" y="213360"/>
                  </a:lnTo>
                  <a:lnTo>
                    <a:pt x="0" y="966470"/>
                  </a:lnTo>
                  <a:lnTo>
                    <a:pt x="225" y="975360"/>
                  </a:lnTo>
                  <a:lnTo>
                    <a:pt x="257" y="976630"/>
                  </a:lnTo>
                  <a:lnTo>
                    <a:pt x="932" y="985520"/>
                  </a:lnTo>
                  <a:lnTo>
                    <a:pt x="1028" y="986790"/>
                  </a:lnTo>
                  <a:lnTo>
                    <a:pt x="9224" y="1028700"/>
                  </a:lnTo>
                  <a:lnTo>
                    <a:pt x="16306" y="1047750"/>
                  </a:lnTo>
                  <a:lnTo>
                    <a:pt x="20579" y="1057910"/>
                  </a:lnTo>
                  <a:lnTo>
                    <a:pt x="25303" y="1066800"/>
                  </a:lnTo>
                  <a:lnTo>
                    <a:pt x="30481" y="1075690"/>
                  </a:lnTo>
                  <a:lnTo>
                    <a:pt x="36118" y="1085850"/>
                  </a:lnTo>
                  <a:lnTo>
                    <a:pt x="42178" y="1093470"/>
                  </a:lnTo>
                  <a:lnTo>
                    <a:pt x="48642" y="1102360"/>
                  </a:lnTo>
                  <a:lnTo>
                    <a:pt x="55508" y="1109980"/>
                  </a:lnTo>
                  <a:lnTo>
                    <a:pt x="86639" y="1137920"/>
                  </a:lnTo>
                  <a:lnTo>
                    <a:pt x="104144" y="1149350"/>
                  </a:lnTo>
                  <a:lnTo>
                    <a:pt x="113282" y="1155700"/>
                  </a:lnTo>
                  <a:lnTo>
                    <a:pt x="122665" y="1159510"/>
                  </a:lnTo>
                  <a:lnTo>
                    <a:pt x="132295" y="1164590"/>
                  </a:lnTo>
                  <a:lnTo>
                    <a:pt x="142123" y="1168400"/>
                  </a:lnTo>
                  <a:lnTo>
                    <a:pt x="182881" y="1178560"/>
                  </a:lnTo>
                  <a:lnTo>
                    <a:pt x="193308" y="1179830"/>
                  </a:lnTo>
                  <a:lnTo>
                    <a:pt x="4835891" y="1179830"/>
                  </a:lnTo>
                  <a:lnTo>
                    <a:pt x="4846317" y="1178560"/>
                  </a:lnTo>
                  <a:lnTo>
                    <a:pt x="4887076" y="1168400"/>
                  </a:lnTo>
                  <a:lnTo>
                    <a:pt x="4896903" y="1164590"/>
                  </a:lnTo>
                  <a:lnTo>
                    <a:pt x="4901716" y="1162050"/>
                  </a:lnTo>
                  <a:lnTo>
                    <a:pt x="214312" y="1162050"/>
                  </a:lnTo>
                  <a:lnTo>
                    <a:pt x="204717" y="1160780"/>
                  </a:lnTo>
                  <a:lnTo>
                    <a:pt x="195172" y="1160780"/>
                  </a:lnTo>
                  <a:lnTo>
                    <a:pt x="176212" y="1158240"/>
                  </a:lnTo>
                  <a:lnTo>
                    <a:pt x="148539" y="1150620"/>
                  </a:lnTo>
                  <a:lnTo>
                    <a:pt x="130816" y="1143000"/>
                  </a:lnTo>
                  <a:lnTo>
                    <a:pt x="122264" y="1137920"/>
                  </a:lnTo>
                  <a:lnTo>
                    <a:pt x="113934" y="1134110"/>
                  </a:lnTo>
                  <a:lnTo>
                    <a:pt x="105829" y="1129030"/>
                  </a:lnTo>
                  <a:lnTo>
                    <a:pt x="97985" y="1122680"/>
                  </a:lnTo>
                  <a:lnTo>
                    <a:pt x="90438" y="1117600"/>
                  </a:lnTo>
                  <a:lnTo>
                    <a:pt x="83188" y="1111250"/>
                  </a:lnTo>
                  <a:lnTo>
                    <a:pt x="76238" y="1103630"/>
                  </a:lnTo>
                  <a:lnTo>
                    <a:pt x="69620" y="1097280"/>
                  </a:lnTo>
                  <a:lnTo>
                    <a:pt x="42103" y="1057910"/>
                  </a:lnTo>
                  <a:lnTo>
                    <a:pt x="37800" y="1049020"/>
                  </a:lnTo>
                  <a:lnTo>
                    <a:pt x="33908" y="1041400"/>
                  </a:lnTo>
                  <a:lnTo>
                    <a:pt x="22796" y="1004570"/>
                  </a:lnTo>
                  <a:lnTo>
                    <a:pt x="19049" y="966470"/>
                  </a:lnTo>
                  <a:lnTo>
                    <a:pt x="19049" y="213360"/>
                  </a:lnTo>
                  <a:lnTo>
                    <a:pt x="22796" y="175260"/>
                  </a:lnTo>
                  <a:lnTo>
                    <a:pt x="33908" y="138430"/>
                  </a:lnTo>
                  <a:lnTo>
                    <a:pt x="37800" y="130810"/>
                  </a:lnTo>
                  <a:lnTo>
                    <a:pt x="42103" y="121920"/>
                  </a:lnTo>
                  <a:lnTo>
                    <a:pt x="63368" y="90170"/>
                  </a:lnTo>
                  <a:lnTo>
                    <a:pt x="76238" y="76200"/>
                  </a:lnTo>
                  <a:lnTo>
                    <a:pt x="83188" y="68580"/>
                  </a:lnTo>
                  <a:lnTo>
                    <a:pt x="90438" y="62230"/>
                  </a:lnTo>
                  <a:lnTo>
                    <a:pt x="97985" y="57150"/>
                  </a:lnTo>
                  <a:lnTo>
                    <a:pt x="105829" y="50800"/>
                  </a:lnTo>
                  <a:lnTo>
                    <a:pt x="113934" y="45720"/>
                  </a:lnTo>
                  <a:lnTo>
                    <a:pt x="122264" y="41910"/>
                  </a:lnTo>
                  <a:lnTo>
                    <a:pt x="130816" y="36830"/>
                  </a:lnTo>
                  <a:lnTo>
                    <a:pt x="148539" y="29210"/>
                  </a:lnTo>
                  <a:lnTo>
                    <a:pt x="176212" y="21590"/>
                  </a:lnTo>
                  <a:lnTo>
                    <a:pt x="195172" y="19050"/>
                  </a:lnTo>
                  <a:lnTo>
                    <a:pt x="4904122" y="19050"/>
                  </a:lnTo>
                  <a:lnTo>
                    <a:pt x="4896903" y="15240"/>
                  </a:lnTo>
                  <a:lnTo>
                    <a:pt x="4887076" y="11430"/>
                  </a:lnTo>
                  <a:lnTo>
                    <a:pt x="4846317" y="1270"/>
                  </a:lnTo>
                  <a:lnTo>
                    <a:pt x="4835891" y="0"/>
                  </a:lnTo>
                  <a:close/>
                </a:path>
                <a:path w="5029200" h="1179829">
                  <a:moveTo>
                    <a:pt x="4904122" y="19050"/>
                  </a:moveTo>
                  <a:lnTo>
                    <a:pt x="4834022" y="19050"/>
                  </a:lnTo>
                  <a:lnTo>
                    <a:pt x="4852987" y="21590"/>
                  </a:lnTo>
                  <a:lnTo>
                    <a:pt x="4880658" y="29210"/>
                  </a:lnTo>
                  <a:lnTo>
                    <a:pt x="4898381" y="36830"/>
                  </a:lnTo>
                  <a:lnTo>
                    <a:pt x="4906930" y="41910"/>
                  </a:lnTo>
                  <a:lnTo>
                    <a:pt x="4915260" y="45720"/>
                  </a:lnTo>
                  <a:lnTo>
                    <a:pt x="4923370" y="50800"/>
                  </a:lnTo>
                  <a:lnTo>
                    <a:pt x="4931214" y="57150"/>
                  </a:lnTo>
                  <a:lnTo>
                    <a:pt x="4938761" y="62230"/>
                  </a:lnTo>
                  <a:lnTo>
                    <a:pt x="4946010" y="68580"/>
                  </a:lnTo>
                  <a:lnTo>
                    <a:pt x="4952961" y="76200"/>
                  </a:lnTo>
                  <a:lnTo>
                    <a:pt x="4959579" y="82550"/>
                  </a:lnTo>
                  <a:lnTo>
                    <a:pt x="4987096" y="121920"/>
                  </a:lnTo>
                  <a:lnTo>
                    <a:pt x="4991399" y="130810"/>
                  </a:lnTo>
                  <a:lnTo>
                    <a:pt x="4995290" y="138430"/>
                  </a:lnTo>
                  <a:lnTo>
                    <a:pt x="5006390" y="175260"/>
                  </a:lnTo>
                  <a:lnTo>
                    <a:pt x="5010149" y="213360"/>
                  </a:lnTo>
                  <a:lnTo>
                    <a:pt x="5010149" y="966470"/>
                  </a:lnTo>
                  <a:lnTo>
                    <a:pt x="5006390" y="1004570"/>
                  </a:lnTo>
                  <a:lnTo>
                    <a:pt x="4995290" y="1041400"/>
                  </a:lnTo>
                  <a:lnTo>
                    <a:pt x="4991399" y="1049020"/>
                  </a:lnTo>
                  <a:lnTo>
                    <a:pt x="4987096" y="1057910"/>
                  </a:lnTo>
                  <a:lnTo>
                    <a:pt x="4965831" y="1089660"/>
                  </a:lnTo>
                  <a:lnTo>
                    <a:pt x="4952961" y="1103630"/>
                  </a:lnTo>
                  <a:lnTo>
                    <a:pt x="4946010" y="1111250"/>
                  </a:lnTo>
                  <a:lnTo>
                    <a:pt x="4938761" y="1117600"/>
                  </a:lnTo>
                  <a:lnTo>
                    <a:pt x="4931214" y="1122680"/>
                  </a:lnTo>
                  <a:lnTo>
                    <a:pt x="4923370" y="1129030"/>
                  </a:lnTo>
                  <a:lnTo>
                    <a:pt x="4915260" y="1134110"/>
                  </a:lnTo>
                  <a:lnTo>
                    <a:pt x="4906930" y="1137920"/>
                  </a:lnTo>
                  <a:lnTo>
                    <a:pt x="4898381" y="1143000"/>
                  </a:lnTo>
                  <a:lnTo>
                    <a:pt x="4880658" y="1150620"/>
                  </a:lnTo>
                  <a:lnTo>
                    <a:pt x="4852987" y="1158240"/>
                  </a:lnTo>
                  <a:lnTo>
                    <a:pt x="4834022" y="1160780"/>
                  </a:lnTo>
                  <a:lnTo>
                    <a:pt x="4824476" y="1160780"/>
                  </a:lnTo>
                  <a:lnTo>
                    <a:pt x="4814887" y="1162050"/>
                  </a:lnTo>
                  <a:lnTo>
                    <a:pt x="4901716" y="1162050"/>
                  </a:lnTo>
                  <a:lnTo>
                    <a:pt x="4906528" y="1159510"/>
                  </a:lnTo>
                  <a:lnTo>
                    <a:pt x="4915912" y="1155700"/>
                  </a:lnTo>
                  <a:lnTo>
                    <a:pt x="4925053" y="1149350"/>
                  </a:lnTo>
                  <a:lnTo>
                    <a:pt x="4933949" y="1144270"/>
                  </a:lnTo>
                  <a:lnTo>
                    <a:pt x="4942559" y="1137920"/>
                  </a:lnTo>
                  <a:lnTo>
                    <a:pt x="4973689" y="1109980"/>
                  </a:lnTo>
                  <a:lnTo>
                    <a:pt x="4987015" y="1093470"/>
                  </a:lnTo>
                  <a:lnTo>
                    <a:pt x="4993080" y="1085850"/>
                  </a:lnTo>
                  <a:lnTo>
                    <a:pt x="4998712" y="1075690"/>
                  </a:lnTo>
                  <a:lnTo>
                    <a:pt x="5003890" y="1066800"/>
                  </a:lnTo>
                  <a:lnTo>
                    <a:pt x="5008613" y="1057910"/>
                  </a:lnTo>
                  <a:lnTo>
                    <a:pt x="5012880" y="1047750"/>
                  </a:lnTo>
                  <a:lnTo>
                    <a:pt x="5016671" y="1038860"/>
                  </a:lnTo>
                  <a:lnTo>
                    <a:pt x="5019968" y="1028700"/>
                  </a:lnTo>
                  <a:lnTo>
                    <a:pt x="5028171" y="986790"/>
                  </a:lnTo>
                  <a:lnTo>
                    <a:pt x="5029199" y="966470"/>
                  </a:lnTo>
                  <a:lnTo>
                    <a:pt x="5029199" y="213360"/>
                  </a:lnTo>
                  <a:lnTo>
                    <a:pt x="5028974" y="204470"/>
                  </a:lnTo>
                  <a:lnTo>
                    <a:pt x="5028942" y="203200"/>
                  </a:lnTo>
                  <a:lnTo>
                    <a:pt x="5028267" y="194310"/>
                  </a:lnTo>
                  <a:lnTo>
                    <a:pt x="5028171" y="193040"/>
                  </a:lnTo>
                  <a:lnTo>
                    <a:pt x="5026885" y="182880"/>
                  </a:lnTo>
                  <a:lnTo>
                    <a:pt x="5016671" y="140970"/>
                  </a:lnTo>
                  <a:lnTo>
                    <a:pt x="5012880" y="132080"/>
                  </a:lnTo>
                  <a:lnTo>
                    <a:pt x="5008613" y="121920"/>
                  </a:lnTo>
                  <a:lnTo>
                    <a:pt x="4987015" y="86360"/>
                  </a:lnTo>
                  <a:lnTo>
                    <a:pt x="4958799" y="54610"/>
                  </a:lnTo>
                  <a:lnTo>
                    <a:pt x="4925053" y="30480"/>
                  </a:lnTo>
                  <a:lnTo>
                    <a:pt x="4915912" y="24130"/>
                  </a:lnTo>
                  <a:lnTo>
                    <a:pt x="4906528" y="20320"/>
                  </a:lnTo>
                  <a:lnTo>
                    <a:pt x="4904122" y="19050"/>
                  </a:lnTo>
                  <a:close/>
                </a:path>
              </a:pathLst>
            </a:custGeom>
            <a:solidFill>
              <a:srgbClr val="FFFFFF">
                <a:alpha val="25099"/>
              </a:srgbClr>
            </a:solidFill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21" name="object 21"/>
          <p:cNvSpPr txBox="1"/>
          <p:nvPr/>
        </p:nvSpPr>
        <p:spPr>
          <a:xfrm>
            <a:off x="5978525" y="3744912"/>
            <a:ext cx="4516120" cy="815975"/>
          </a:xfrm>
          <a:prstGeom prst="rect">
            <a:avLst/>
          </a:prstGeom>
        </p:spPr>
        <p:txBody>
          <a:bodyPr vert="horz" wrap="square" lIns="0" tIns="1905" rIns="0" bIns="0" rtlCol="0">
            <a:spAutoFit/>
          </a:bodyPr>
          <a:lstStyle/>
          <a:p>
            <a:pPr marL="12700" marR="5080">
              <a:lnSpc>
                <a:spcPct val="106000"/>
              </a:lnSpc>
              <a:spcBef>
                <a:spcPts val="15"/>
              </a:spcBef>
            </a:pPr>
            <a:r>
              <a:rPr sz="1650" b="1" spc="-20" dirty="0">
                <a:solidFill>
                  <a:srgbClr val="E5E0DF"/>
                </a:solidFill>
                <a:latin typeface="Tahoma" panose="020B0604030504040204"/>
                <a:cs typeface="Tahoma" panose="020B0604030504040204"/>
              </a:rPr>
              <a:t>Evaluation</a:t>
            </a:r>
            <a:r>
              <a:rPr sz="1650" b="1" spc="-80" dirty="0">
                <a:solidFill>
                  <a:srgbClr val="E5E0DF"/>
                </a:solidFill>
                <a:latin typeface="Tahoma" panose="020B0604030504040204"/>
                <a:cs typeface="Tahoma" panose="020B0604030504040204"/>
              </a:rPr>
              <a:t> </a:t>
            </a:r>
            <a:r>
              <a:rPr sz="1650" b="1" dirty="0">
                <a:solidFill>
                  <a:srgbClr val="E5E0DF"/>
                </a:solidFill>
                <a:latin typeface="Tahoma" panose="020B0604030504040204"/>
                <a:cs typeface="Tahoma" panose="020B0604030504040204"/>
              </a:rPr>
              <a:t>metrics:</a:t>
            </a:r>
            <a:r>
              <a:rPr sz="1650" b="1" spc="-75" dirty="0">
                <a:solidFill>
                  <a:srgbClr val="E5E0DF"/>
                </a:solidFill>
                <a:latin typeface="Tahoma" panose="020B0604030504040204"/>
                <a:cs typeface="Tahoma" panose="020B0604030504040204"/>
              </a:rPr>
              <a:t> </a:t>
            </a:r>
            <a:r>
              <a:rPr sz="1650" b="1" spc="-10" dirty="0">
                <a:solidFill>
                  <a:srgbClr val="E5E0DF"/>
                </a:solidFill>
                <a:latin typeface="Tahoma" panose="020B0604030504040204"/>
                <a:cs typeface="Tahoma" panose="020B0604030504040204"/>
              </a:rPr>
              <a:t>WER</a:t>
            </a:r>
            <a:r>
              <a:rPr sz="1650" b="1" spc="-75" dirty="0">
                <a:solidFill>
                  <a:srgbClr val="E5E0DF"/>
                </a:solidFill>
                <a:latin typeface="Tahoma" panose="020B0604030504040204"/>
                <a:cs typeface="Tahoma" panose="020B0604030504040204"/>
              </a:rPr>
              <a:t> </a:t>
            </a:r>
            <a:r>
              <a:rPr sz="1650" b="1" spc="-50" dirty="0">
                <a:solidFill>
                  <a:srgbClr val="E5E0DF"/>
                </a:solidFill>
                <a:latin typeface="Tahoma" panose="020B0604030504040204"/>
                <a:cs typeface="Tahoma" panose="020B0604030504040204"/>
              </a:rPr>
              <a:t>(Word</a:t>
            </a:r>
            <a:r>
              <a:rPr sz="1650" b="1" spc="-80" dirty="0">
                <a:solidFill>
                  <a:srgbClr val="E5E0DF"/>
                </a:solidFill>
                <a:latin typeface="Tahoma" panose="020B0604030504040204"/>
                <a:cs typeface="Tahoma" panose="020B0604030504040204"/>
              </a:rPr>
              <a:t> </a:t>
            </a:r>
            <a:r>
              <a:rPr sz="1650" b="1" spc="-20" dirty="0">
                <a:solidFill>
                  <a:srgbClr val="E5E0DF"/>
                </a:solidFill>
                <a:latin typeface="Tahoma" panose="020B0604030504040204"/>
                <a:cs typeface="Tahoma" panose="020B0604030504040204"/>
              </a:rPr>
              <a:t>Error</a:t>
            </a:r>
            <a:r>
              <a:rPr sz="1650" b="1" spc="-75" dirty="0">
                <a:solidFill>
                  <a:srgbClr val="E5E0DF"/>
                </a:solidFill>
                <a:latin typeface="Tahoma" panose="020B0604030504040204"/>
                <a:cs typeface="Tahoma" panose="020B0604030504040204"/>
              </a:rPr>
              <a:t> </a:t>
            </a:r>
            <a:r>
              <a:rPr sz="1650" b="1" spc="-20" dirty="0">
                <a:solidFill>
                  <a:srgbClr val="E5E0DF"/>
                </a:solidFill>
                <a:latin typeface="Tahoma" panose="020B0604030504040204"/>
                <a:cs typeface="Tahoma" panose="020B0604030504040204"/>
              </a:rPr>
              <a:t>Rate), </a:t>
            </a:r>
            <a:r>
              <a:rPr sz="1650" b="1" spc="-10" dirty="0">
                <a:solidFill>
                  <a:srgbClr val="E5E0DF"/>
                </a:solidFill>
                <a:latin typeface="Tahoma" panose="020B0604030504040204"/>
                <a:cs typeface="Tahoma" panose="020B0604030504040204"/>
              </a:rPr>
              <a:t>segmentation</a:t>
            </a:r>
            <a:r>
              <a:rPr sz="1650" b="1" spc="10" dirty="0">
                <a:solidFill>
                  <a:srgbClr val="E5E0DF"/>
                </a:solidFill>
                <a:latin typeface="Tahoma" panose="020B0604030504040204"/>
                <a:cs typeface="Tahoma" panose="020B0604030504040204"/>
              </a:rPr>
              <a:t> </a:t>
            </a:r>
            <a:r>
              <a:rPr sz="1650" b="1" dirty="0">
                <a:solidFill>
                  <a:srgbClr val="E5E0DF"/>
                </a:solidFill>
                <a:latin typeface="Tahoma" panose="020B0604030504040204"/>
                <a:cs typeface="Tahoma" panose="020B0604030504040204"/>
              </a:rPr>
              <a:t>precision,</a:t>
            </a:r>
            <a:r>
              <a:rPr sz="1650" b="1" spc="-60" dirty="0">
                <a:solidFill>
                  <a:srgbClr val="E5E0DF"/>
                </a:solidFill>
                <a:latin typeface="Tahoma" panose="020B0604030504040204"/>
                <a:cs typeface="Tahoma" panose="020B0604030504040204"/>
              </a:rPr>
              <a:t> </a:t>
            </a:r>
            <a:r>
              <a:rPr sz="1650" b="1" spc="-10" dirty="0">
                <a:solidFill>
                  <a:srgbClr val="E5E0DF"/>
                </a:solidFill>
                <a:latin typeface="Tahoma" panose="020B0604030504040204"/>
                <a:cs typeface="Tahoma" panose="020B0604030504040204"/>
              </a:rPr>
              <a:t>sentiment accuracy.</a:t>
            </a:r>
            <a:endParaRPr sz="1650">
              <a:latin typeface="Tahoma" panose="020B0604030504040204"/>
              <a:cs typeface="Tahoma" panose="020B0604030504040204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1" cstate="print"/>
          <a:stretch>
            <a:fillRect/>
          </a:stretch>
        </p:blipFill>
        <p:spPr>
          <a:xfrm>
            <a:off x="0" y="0"/>
            <a:ext cx="11430000" cy="6438900"/>
          </a:xfrm>
          <a:prstGeom prst="rect">
            <a:avLst/>
          </a:prstGeom>
        </p:spPr>
      </p:pic>
      <p:sp>
        <p:nvSpPr>
          <p:cNvPr id="3" name="object 3"/>
          <p:cNvSpPr/>
          <p:nvPr/>
        </p:nvSpPr>
        <p:spPr>
          <a:xfrm>
            <a:off x="0" y="0"/>
            <a:ext cx="11430000" cy="6438900"/>
          </a:xfrm>
          <a:custGeom>
            <a:avLst/>
            <a:gdLst/>
            <a:ahLst/>
            <a:cxnLst/>
            <a:rect l="l" t="t" r="r" b="b"/>
            <a:pathLst>
              <a:path w="11430000" h="6438900">
                <a:moveTo>
                  <a:pt x="11430000" y="0"/>
                </a:moveTo>
                <a:lnTo>
                  <a:pt x="0" y="0"/>
                </a:lnTo>
                <a:lnTo>
                  <a:pt x="0" y="6438900"/>
                </a:lnTo>
                <a:lnTo>
                  <a:pt x="11430000" y="6438900"/>
                </a:lnTo>
                <a:lnTo>
                  <a:pt x="11430000" y="0"/>
                </a:lnTo>
                <a:close/>
              </a:path>
            </a:pathLst>
          </a:custGeom>
          <a:solidFill>
            <a:srgbClr val="040404">
              <a:alpha val="79998"/>
            </a:srgbClr>
          </a:solidFill>
        </p:spPr>
        <p:txBody>
          <a:bodyPr wrap="square" lIns="0" tIns="0" rIns="0" bIns="0" rtlCol="0"/>
          <a:lstStyle/>
          <a:p/>
        </p:txBody>
      </p:sp>
      <p:sp>
        <p:nvSpPr>
          <p:cNvPr id="4" name="object 4"/>
          <p:cNvSpPr txBox="1">
            <a:spLocks noGrp="1"/>
          </p:cNvSpPr>
          <p:nvPr>
            <p:ph type="title"/>
          </p:nvPr>
        </p:nvSpPr>
        <p:spPr>
          <a:xfrm>
            <a:off x="587375" y="996950"/>
            <a:ext cx="5656580" cy="53975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dirty="0"/>
              <a:t>Conclusion</a:t>
            </a:r>
            <a:r>
              <a:rPr spc="-105" dirty="0"/>
              <a:t> </a:t>
            </a:r>
            <a:r>
              <a:rPr spc="530" dirty="0"/>
              <a:t>s</a:t>
            </a:r>
            <a:r>
              <a:rPr spc="-105" dirty="0"/>
              <a:t> </a:t>
            </a:r>
            <a:r>
              <a:rPr spc="-100" dirty="0"/>
              <a:t>Future</a:t>
            </a:r>
            <a:r>
              <a:rPr spc="-105" dirty="0"/>
              <a:t> </a:t>
            </a:r>
            <a:r>
              <a:rPr spc="50" dirty="0"/>
              <a:t>Scope</a:t>
            </a:r>
            <a:endParaRPr spc="50" dirty="0"/>
          </a:p>
        </p:txBody>
      </p:sp>
      <p:sp>
        <p:nvSpPr>
          <p:cNvPr id="5" name="object 5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pc="-25" dirty="0"/>
              <a:t>EchoAI</a:t>
            </a:r>
            <a:r>
              <a:rPr spc="-60" dirty="0"/>
              <a:t> </a:t>
            </a:r>
            <a:r>
              <a:rPr dirty="0"/>
              <a:t>transforms</a:t>
            </a:r>
            <a:r>
              <a:rPr spc="-60" dirty="0"/>
              <a:t> </a:t>
            </a:r>
            <a:r>
              <a:rPr spc="-10" dirty="0"/>
              <a:t>unstructured</a:t>
            </a:r>
            <a:r>
              <a:rPr spc="-55" dirty="0"/>
              <a:t> </a:t>
            </a:r>
            <a:r>
              <a:rPr spc="-10" dirty="0"/>
              <a:t>audio</a:t>
            </a:r>
            <a:r>
              <a:rPr spc="-60" dirty="0"/>
              <a:t> </a:t>
            </a:r>
            <a:r>
              <a:rPr spc="-30" dirty="0"/>
              <a:t>into</a:t>
            </a:r>
            <a:r>
              <a:rPr spc="-55" dirty="0"/>
              <a:t> </a:t>
            </a:r>
            <a:r>
              <a:rPr dirty="0"/>
              <a:t>structured,</a:t>
            </a:r>
            <a:r>
              <a:rPr spc="-114" dirty="0"/>
              <a:t> </a:t>
            </a:r>
            <a:r>
              <a:rPr dirty="0"/>
              <a:t>searchable</a:t>
            </a:r>
            <a:r>
              <a:rPr spc="-60" dirty="0"/>
              <a:t> </a:t>
            </a:r>
            <a:r>
              <a:rPr spc="-10" dirty="0"/>
              <a:t>insights.</a:t>
            </a:r>
            <a:endParaRPr spc="-10" dirty="0"/>
          </a:p>
          <a:p>
            <a:pPr>
              <a:lnSpc>
                <a:spcPct val="100000"/>
              </a:lnSpc>
              <a:spcBef>
                <a:spcPts val="230"/>
              </a:spcBef>
            </a:pPr>
          </a:p>
          <a:p>
            <a:pPr marL="12700">
              <a:lnSpc>
                <a:spcPct val="100000"/>
              </a:lnSpc>
            </a:pPr>
            <a:r>
              <a:rPr dirty="0"/>
              <a:t>Enhances</a:t>
            </a:r>
            <a:r>
              <a:rPr spc="25" dirty="0"/>
              <a:t> </a:t>
            </a:r>
            <a:r>
              <a:rPr dirty="0"/>
              <a:t>accessibility</a:t>
            </a:r>
            <a:r>
              <a:rPr spc="25" dirty="0"/>
              <a:t> </a:t>
            </a:r>
            <a:r>
              <a:rPr dirty="0"/>
              <a:t>and</a:t>
            </a:r>
            <a:r>
              <a:rPr spc="25" dirty="0"/>
              <a:t> </a:t>
            </a:r>
            <a:r>
              <a:rPr dirty="0"/>
              <a:t>analysis</a:t>
            </a:r>
            <a:r>
              <a:rPr spc="30" dirty="0"/>
              <a:t> </a:t>
            </a:r>
            <a:r>
              <a:rPr dirty="0"/>
              <a:t>of</a:t>
            </a:r>
            <a:r>
              <a:rPr spc="25" dirty="0"/>
              <a:t> </a:t>
            </a:r>
            <a:r>
              <a:rPr dirty="0"/>
              <a:t>long-</a:t>
            </a:r>
            <a:r>
              <a:rPr spc="-20" dirty="0"/>
              <a:t>form</a:t>
            </a:r>
            <a:r>
              <a:rPr spc="25" dirty="0"/>
              <a:t> </a:t>
            </a:r>
            <a:r>
              <a:rPr spc="-10" dirty="0"/>
              <a:t>content.</a:t>
            </a:r>
            <a:endParaRPr spc="-10" dirty="0"/>
          </a:p>
          <a:p>
            <a:pPr>
              <a:lnSpc>
                <a:spcPct val="100000"/>
              </a:lnSpc>
              <a:spcBef>
                <a:spcPts val="400"/>
              </a:spcBef>
            </a:pPr>
          </a:p>
          <a:p>
            <a:pPr marL="12700">
              <a:lnSpc>
                <a:spcPct val="100000"/>
              </a:lnSpc>
              <a:spcBef>
                <a:spcPts val="5"/>
              </a:spcBef>
            </a:pPr>
            <a:r>
              <a:rPr sz="2000" spc="-55" dirty="0">
                <a:solidFill>
                  <a:srgbClr val="F2F2F3"/>
                </a:solidFill>
              </a:rPr>
              <a:t>Future </a:t>
            </a:r>
            <a:r>
              <a:rPr sz="2000" spc="-10" dirty="0">
                <a:solidFill>
                  <a:srgbClr val="F2F2F3"/>
                </a:solidFill>
              </a:rPr>
              <a:t>Enhancements:</a:t>
            </a:r>
            <a:endParaRPr sz="2000"/>
          </a:p>
        </p:txBody>
      </p:sp>
      <p:sp>
        <p:nvSpPr>
          <p:cNvPr id="6" name="object 6"/>
          <p:cNvSpPr/>
          <p:nvPr/>
        </p:nvSpPr>
        <p:spPr>
          <a:xfrm>
            <a:off x="625872" y="3550052"/>
            <a:ext cx="3286125" cy="1419225"/>
          </a:xfrm>
          <a:custGeom>
            <a:avLst/>
            <a:gdLst/>
            <a:ahLst/>
            <a:cxnLst/>
            <a:rect l="l" t="t" r="r" b="b"/>
            <a:pathLst>
              <a:path w="3286125" h="1419225">
                <a:moveTo>
                  <a:pt x="0" y="1268553"/>
                </a:moveTo>
                <a:lnTo>
                  <a:pt x="18891" y="1311926"/>
                </a:lnTo>
                <a:lnTo>
                  <a:pt x="43378" y="1346089"/>
                </a:lnTo>
                <a:lnTo>
                  <a:pt x="74056" y="1374829"/>
                </a:lnTo>
                <a:lnTo>
                  <a:pt x="109749" y="1397029"/>
                </a:lnTo>
                <a:lnTo>
                  <a:pt x="149095" y="1411824"/>
                </a:lnTo>
                <a:lnTo>
                  <a:pt x="190568" y="1418670"/>
                </a:lnTo>
                <a:lnTo>
                  <a:pt x="197569" y="1419025"/>
                </a:lnTo>
                <a:lnTo>
                  <a:pt x="3078628" y="1419025"/>
                </a:lnTo>
                <a:lnTo>
                  <a:pt x="3120310" y="1413526"/>
                </a:lnTo>
                <a:lnTo>
                  <a:pt x="3160112" y="1400026"/>
                </a:lnTo>
                <a:lnTo>
                  <a:pt x="3173182" y="1393422"/>
                </a:lnTo>
                <a:lnTo>
                  <a:pt x="188515" y="1393422"/>
                </a:lnTo>
                <a:lnTo>
                  <a:pt x="178455" y="1393177"/>
                </a:lnTo>
                <a:lnTo>
                  <a:pt x="138743" y="1387285"/>
                </a:lnTo>
                <a:lnTo>
                  <a:pt x="100947" y="1373752"/>
                </a:lnTo>
                <a:lnTo>
                  <a:pt x="66511" y="1353112"/>
                </a:lnTo>
                <a:lnTo>
                  <a:pt x="36769" y="1326151"/>
                </a:lnTo>
                <a:lnTo>
                  <a:pt x="12855" y="1293908"/>
                </a:lnTo>
                <a:lnTo>
                  <a:pt x="3391" y="1276205"/>
                </a:lnTo>
                <a:lnTo>
                  <a:pt x="0" y="1268553"/>
                </a:lnTo>
                <a:close/>
              </a:path>
              <a:path w="3286125" h="1419225">
                <a:moveTo>
                  <a:pt x="3135479" y="0"/>
                </a:moveTo>
                <a:lnTo>
                  <a:pt x="3169319" y="18241"/>
                </a:lnTo>
                <a:lnTo>
                  <a:pt x="3200345" y="43704"/>
                </a:lnTo>
                <a:lnTo>
                  <a:pt x="3225809" y="74730"/>
                </a:lnTo>
                <a:lnTo>
                  <a:pt x="3244744" y="110138"/>
                </a:lnTo>
                <a:lnTo>
                  <a:pt x="3256390" y="148555"/>
                </a:lnTo>
                <a:lnTo>
                  <a:pt x="3260327" y="188510"/>
                </a:lnTo>
                <a:lnTo>
                  <a:pt x="3260327" y="1188635"/>
                </a:lnTo>
                <a:lnTo>
                  <a:pt x="3256390" y="1228589"/>
                </a:lnTo>
                <a:lnTo>
                  <a:pt x="3244744" y="1267006"/>
                </a:lnTo>
                <a:lnTo>
                  <a:pt x="3225809" y="1302414"/>
                </a:lnTo>
                <a:lnTo>
                  <a:pt x="3200345" y="1333440"/>
                </a:lnTo>
                <a:lnTo>
                  <a:pt x="3169319" y="1358903"/>
                </a:lnTo>
                <a:lnTo>
                  <a:pt x="3133911" y="1377826"/>
                </a:lnTo>
                <a:lnTo>
                  <a:pt x="3095494" y="1389485"/>
                </a:lnTo>
                <a:lnTo>
                  <a:pt x="3055540" y="1393422"/>
                </a:lnTo>
                <a:lnTo>
                  <a:pt x="3173182" y="1393422"/>
                </a:lnTo>
                <a:lnTo>
                  <a:pt x="3212994" y="1365914"/>
                </a:lnTo>
                <a:lnTo>
                  <a:pt x="3241734" y="1335243"/>
                </a:lnTo>
                <a:lnTo>
                  <a:pt x="3263934" y="1299544"/>
                </a:lnTo>
                <a:lnTo>
                  <a:pt x="3278730" y="1260199"/>
                </a:lnTo>
                <a:lnTo>
                  <a:pt x="3285588" y="1218734"/>
                </a:lnTo>
                <a:lnTo>
                  <a:pt x="3285930" y="1211723"/>
                </a:lnTo>
                <a:lnTo>
                  <a:pt x="3285930" y="197565"/>
                </a:lnTo>
                <a:lnTo>
                  <a:pt x="3280444" y="155883"/>
                </a:lnTo>
                <a:lnTo>
                  <a:pt x="3266931" y="116081"/>
                </a:lnTo>
                <a:lnTo>
                  <a:pt x="3245900" y="79683"/>
                </a:lnTo>
                <a:lnTo>
                  <a:pt x="3218189" y="48073"/>
                </a:lnTo>
                <a:lnTo>
                  <a:pt x="3184838" y="22482"/>
                </a:lnTo>
                <a:lnTo>
                  <a:pt x="3147145" y="3902"/>
                </a:lnTo>
                <a:lnTo>
                  <a:pt x="3140541" y="1540"/>
                </a:lnTo>
                <a:lnTo>
                  <a:pt x="3135479" y="0"/>
                </a:lnTo>
                <a:close/>
              </a:path>
            </a:pathLst>
          </a:custGeom>
          <a:solidFill>
            <a:srgbClr val="FFFFFF">
              <a:alpha val="25099"/>
            </a:srgbClr>
          </a:solidFill>
        </p:spPr>
        <p:txBody>
          <a:bodyPr wrap="square" lIns="0" tIns="0" rIns="0" bIns="0" rtlCol="0"/>
          <a:lstStyle/>
          <a:p/>
        </p:txBody>
      </p:sp>
      <p:grpSp>
        <p:nvGrpSpPr>
          <p:cNvPr id="7" name="object 7"/>
          <p:cNvGrpSpPr/>
          <p:nvPr/>
        </p:nvGrpSpPr>
        <p:grpSpPr>
          <a:xfrm>
            <a:off x="600074" y="3524250"/>
            <a:ext cx="3295650" cy="1428750"/>
            <a:chOff x="600074" y="3524250"/>
            <a:chExt cx="3295650" cy="1428750"/>
          </a:xfrm>
        </p:grpSpPr>
        <p:sp>
          <p:nvSpPr>
            <p:cNvPr id="8" name="object 8"/>
            <p:cNvSpPr/>
            <p:nvPr/>
          </p:nvSpPr>
          <p:spPr>
            <a:xfrm>
              <a:off x="600074" y="3524250"/>
              <a:ext cx="3295650" cy="1428750"/>
            </a:xfrm>
            <a:custGeom>
              <a:avLst/>
              <a:gdLst/>
              <a:ahLst/>
              <a:cxnLst/>
              <a:rect l="l" t="t" r="r" b="b"/>
              <a:pathLst>
                <a:path w="3295650" h="1428750">
                  <a:moveTo>
                    <a:pt x="3081337" y="0"/>
                  </a:moveTo>
                  <a:lnTo>
                    <a:pt x="214312" y="0"/>
                  </a:lnTo>
                  <a:lnTo>
                    <a:pt x="203782" y="257"/>
                  </a:lnTo>
                  <a:lnTo>
                    <a:pt x="162225" y="6421"/>
                  </a:lnTo>
                  <a:lnTo>
                    <a:pt x="122669" y="20579"/>
                  </a:lnTo>
                  <a:lnTo>
                    <a:pt x="86635" y="42178"/>
                  </a:lnTo>
                  <a:lnTo>
                    <a:pt x="55507" y="70398"/>
                  </a:lnTo>
                  <a:lnTo>
                    <a:pt x="30482" y="104144"/>
                  </a:lnTo>
                  <a:lnTo>
                    <a:pt x="12521" y="142123"/>
                  </a:lnTo>
                  <a:lnTo>
                    <a:pt x="2316" y="182881"/>
                  </a:lnTo>
                  <a:lnTo>
                    <a:pt x="0" y="214312"/>
                  </a:lnTo>
                  <a:lnTo>
                    <a:pt x="0" y="1214437"/>
                  </a:lnTo>
                  <a:lnTo>
                    <a:pt x="4117" y="1256245"/>
                  </a:lnTo>
                  <a:lnTo>
                    <a:pt x="16311" y="1296441"/>
                  </a:lnTo>
                  <a:lnTo>
                    <a:pt x="36116" y="1333499"/>
                  </a:lnTo>
                  <a:lnTo>
                    <a:pt x="62771" y="1365973"/>
                  </a:lnTo>
                  <a:lnTo>
                    <a:pt x="95244" y="1392631"/>
                  </a:lnTo>
                  <a:lnTo>
                    <a:pt x="132298" y="1412430"/>
                  </a:lnTo>
                  <a:lnTo>
                    <a:pt x="172501" y="1424622"/>
                  </a:lnTo>
                  <a:lnTo>
                    <a:pt x="214312" y="1428749"/>
                  </a:lnTo>
                  <a:lnTo>
                    <a:pt x="3081337" y="1428749"/>
                  </a:lnTo>
                  <a:lnTo>
                    <a:pt x="3123145" y="1424622"/>
                  </a:lnTo>
                  <a:lnTo>
                    <a:pt x="3163353" y="1412430"/>
                  </a:lnTo>
                  <a:lnTo>
                    <a:pt x="3200399" y="1392631"/>
                  </a:lnTo>
                  <a:lnTo>
                    <a:pt x="3232873" y="1365973"/>
                  </a:lnTo>
                  <a:lnTo>
                    <a:pt x="3259530" y="1333499"/>
                  </a:lnTo>
                  <a:lnTo>
                    <a:pt x="3279330" y="1296441"/>
                  </a:lnTo>
                  <a:lnTo>
                    <a:pt x="3291534" y="1256245"/>
                  </a:lnTo>
                  <a:lnTo>
                    <a:pt x="3295649" y="1214437"/>
                  </a:lnTo>
                  <a:lnTo>
                    <a:pt x="3295649" y="214312"/>
                  </a:lnTo>
                  <a:lnTo>
                    <a:pt x="3291534" y="172504"/>
                  </a:lnTo>
                  <a:lnTo>
                    <a:pt x="3279330" y="132295"/>
                  </a:lnTo>
                  <a:lnTo>
                    <a:pt x="3259530" y="95249"/>
                  </a:lnTo>
                  <a:lnTo>
                    <a:pt x="3232873" y="62776"/>
                  </a:lnTo>
                  <a:lnTo>
                    <a:pt x="3200399" y="36118"/>
                  </a:lnTo>
                  <a:lnTo>
                    <a:pt x="3163353" y="16306"/>
                  </a:lnTo>
                  <a:lnTo>
                    <a:pt x="3123145" y="4114"/>
                  </a:lnTo>
                  <a:lnTo>
                    <a:pt x="3081337" y="0"/>
                  </a:lnTo>
                  <a:close/>
                </a:path>
              </a:pathLst>
            </a:custGeom>
            <a:solidFill>
              <a:srgbClr val="040404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9" name="object 9"/>
            <p:cNvSpPr/>
            <p:nvPr/>
          </p:nvSpPr>
          <p:spPr>
            <a:xfrm>
              <a:off x="600062" y="3530612"/>
              <a:ext cx="3295650" cy="1422400"/>
            </a:xfrm>
            <a:custGeom>
              <a:avLst/>
              <a:gdLst/>
              <a:ahLst/>
              <a:cxnLst/>
              <a:rect l="l" t="t" r="r" b="b"/>
              <a:pathLst>
                <a:path w="3295650" h="1422400">
                  <a:moveTo>
                    <a:pt x="3295650" y="215900"/>
                  </a:moveTo>
                  <a:lnTo>
                    <a:pt x="3295396" y="203200"/>
                  </a:lnTo>
                  <a:lnTo>
                    <a:pt x="3294621" y="190500"/>
                  </a:lnTo>
                  <a:lnTo>
                    <a:pt x="3293338" y="177800"/>
                  </a:lnTo>
                  <a:lnTo>
                    <a:pt x="3291535" y="177800"/>
                  </a:lnTo>
                  <a:lnTo>
                    <a:pt x="3289223" y="165100"/>
                  </a:lnTo>
                  <a:lnTo>
                    <a:pt x="3286429" y="152400"/>
                  </a:lnTo>
                  <a:lnTo>
                    <a:pt x="3283127" y="139700"/>
                  </a:lnTo>
                  <a:lnTo>
                    <a:pt x="3279330" y="127000"/>
                  </a:lnTo>
                  <a:lnTo>
                    <a:pt x="3276600" y="127000"/>
                  </a:lnTo>
                  <a:lnTo>
                    <a:pt x="3276600" y="543128"/>
                  </a:lnTo>
                  <a:lnTo>
                    <a:pt x="3276600" y="1219200"/>
                  </a:lnTo>
                  <a:lnTo>
                    <a:pt x="3276371" y="1219200"/>
                  </a:lnTo>
                  <a:lnTo>
                    <a:pt x="3275673" y="1231900"/>
                  </a:lnTo>
                  <a:lnTo>
                    <a:pt x="3274504" y="1244600"/>
                  </a:lnTo>
                  <a:lnTo>
                    <a:pt x="3272853" y="1257300"/>
                  </a:lnTo>
                  <a:lnTo>
                    <a:pt x="3270758" y="1257300"/>
                  </a:lnTo>
                  <a:lnTo>
                    <a:pt x="3268192" y="1270000"/>
                  </a:lnTo>
                  <a:lnTo>
                    <a:pt x="3265195" y="1282700"/>
                  </a:lnTo>
                  <a:lnTo>
                    <a:pt x="3261741" y="1295400"/>
                  </a:lnTo>
                  <a:lnTo>
                    <a:pt x="3257854" y="1295400"/>
                  </a:lnTo>
                  <a:lnTo>
                    <a:pt x="3253549" y="1308100"/>
                  </a:lnTo>
                  <a:lnTo>
                    <a:pt x="3248837" y="1320800"/>
                  </a:lnTo>
                  <a:lnTo>
                    <a:pt x="3243694" y="1320800"/>
                  </a:lnTo>
                  <a:lnTo>
                    <a:pt x="3238169" y="1333500"/>
                  </a:lnTo>
                  <a:lnTo>
                    <a:pt x="3232289" y="1333500"/>
                  </a:lnTo>
                  <a:lnTo>
                    <a:pt x="3226041" y="1346200"/>
                  </a:lnTo>
                  <a:lnTo>
                    <a:pt x="3219412" y="1346200"/>
                  </a:lnTo>
                  <a:lnTo>
                    <a:pt x="3212465" y="1358900"/>
                  </a:lnTo>
                  <a:lnTo>
                    <a:pt x="3205213" y="1371600"/>
                  </a:lnTo>
                  <a:lnTo>
                    <a:pt x="3189821" y="1371600"/>
                  </a:lnTo>
                  <a:lnTo>
                    <a:pt x="3181718" y="1384300"/>
                  </a:lnTo>
                  <a:lnTo>
                    <a:pt x="3173387" y="1384300"/>
                  </a:lnTo>
                  <a:lnTo>
                    <a:pt x="3164840" y="1397000"/>
                  </a:lnTo>
                  <a:lnTo>
                    <a:pt x="3138017" y="1397000"/>
                  </a:lnTo>
                  <a:lnTo>
                    <a:pt x="3128797" y="1409700"/>
                  </a:lnTo>
                  <a:lnTo>
                    <a:pt x="166865" y="1409700"/>
                  </a:lnTo>
                  <a:lnTo>
                    <a:pt x="157632" y="1397000"/>
                  </a:lnTo>
                  <a:lnTo>
                    <a:pt x="130822" y="1397000"/>
                  </a:lnTo>
                  <a:lnTo>
                    <a:pt x="122275" y="1384300"/>
                  </a:lnTo>
                  <a:lnTo>
                    <a:pt x="113944" y="1384300"/>
                  </a:lnTo>
                  <a:lnTo>
                    <a:pt x="105841" y="1371600"/>
                  </a:lnTo>
                  <a:lnTo>
                    <a:pt x="90449" y="1371600"/>
                  </a:lnTo>
                  <a:lnTo>
                    <a:pt x="83197" y="1358900"/>
                  </a:lnTo>
                  <a:lnTo>
                    <a:pt x="76250" y="1346200"/>
                  </a:lnTo>
                  <a:lnTo>
                    <a:pt x="69634" y="1346200"/>
                  </a:lnTo>
                  <a:lnTo>
                    <a:pt x="63373" y="1333500"/>
                  </a:lnTo>
                  <a:lnTo>
                    <a:pt x="57492" y="1333500"/>
                  </a:lnTo>
                  <a:lnTo>
                    <a:pt x="51955" y="1320800"/>
                  </a:lnTo>
                  <a:lnTo>
                    <a:pt x="46824" y="1320800"/>
                  </a:lnTo>
                  <a:lnTo>
                    <a:pt x="42113" y="1308100"/>
                  </a:lnTo>
                  <a:lnTo>
                    <a:pt x="37807" y="1295400"/>
                  </a:lnTo>
                  <a:lnTo>
                    <a:pt x="33921" y="1295400"/>
                  </a:lnTo>
                  <a:lnTo>
                    <a:pt x="30467" y="1282700"/>
                  </a:lnTo>
                  <a:lnTo>
                    <a:pt x="27457" y="1270000"/>
                  </a:lnTo>
                  <a:lnTo>
                    <a:pt x="24904" y="1257300"/>
                  </a:lnTo>
                  <a:lnTo>
                    <a:pt x="22809" y="1257300"/>
                  </a:lnTo>
                  <a:lnTo>
                    <a:pt x="21170" y="1244600"/>
                  </a:lnTo>
                  <a:lnTo>
                    <a:pt x="19989" y="1231900"/>
                  </a:lnTo>
                  <a:lnTo>
                    <a:pt x="19291" y="1219200"/>
                  </a:lnTo>
                  <a:lnTo>
                    <a:pt x="19050" y="1219200"/>
                  </a:lnTo>
                  <a:lnTo>
                    <a:pt x="19050" y="215900"/>
                  </a:lnTo>
                  <a:lnTo>
                    <a:pt x="19291" y="203200"/>
                  </a:lnTo>
                  <a:lnTo>
                    <a:pt x="19989" y="190500"/>
                  </a:lnTo>
                  <a:lnTo>
                    <a:pt x="21170" y="190500"/>
                  </a:lnTo>
                  <a:lnTo>
                    <a:pt x="22809" y="177800"/>
                  </a:lnTo>
                  <a:lnTo>
                    <a:pt x="24904" y="165100"/>
                  </a:lnTo>
                  <a:lnTo>
                    <a:pt x="27457" y="152400"/>
                  </a:lnTo>
                  <a:lnTo>
                    <a:pt x="30467" y="152400"/>
                  </a:lnTo>
                  <a:lnTo>
                    <a:pt x="33921" y="139700"/>
                  </a:lnTo>
                  <a:lnTo>
                    <a:pt x="37807" y="127000"/>
                  </a:lnTo>
                  <a:lnTo>
                    <a:pt x="42113" y="127000"/>
                  </a:lnTo>
                  <a:lnTo>
                    <a:pt x="46824" y="114300"/>
                  </a:lnTo>
                  <a:lnTo>
                    <a:pt x="51955" y="101600"/>
                  </a:lnTo>
                  <a:lnTo>
                    <a:pt x="57492" y="101600"/>
                  </a:lnTo>
                  <a:lnTo>
                    <a:pt x="63373" y="88900"/>
                  </a:lnTo>
                  <a:lnTo>
                    <a:pt x="69634" y="88900"/>
                  </a:lnTo>
                  <a:lnTo>
                    <a:pt x="76250" y="76200"/>
                  </a:lnTo>
                  <a:lnTo>
                    <a:pt x="83197" y="63500"/>
                  </a:lnTo>
                  <a:lnTo>
                    <a:pt x="97993" y="63500"/>
                  </a:lnTo>
                  <a:lnTo>
                    <a:pt x="105841" y="50800"/>
                  </a:lnTo>
                  <a:lnTo>
                    <a:pt x="113944" y="50800"/>
                  </a:lnTo>
                  <a:lnTo>
                    <a:pt x="122275" y="38100"/>
                  </a:lnTo>
                  <a:lnTo>
                    <a:pt x="139598" y="38100"/>
                  </a:lnTo>
                  <a:lnTo>
                    <a:pt x="148551" y="25400"/>
                  </a:lnTo>
                  <a:lnTo>
                    <a:pt x="3147110" y="25400"/>
                  </a:lnTo>
                  <a:lnTo>
                    <a:pt x="3155797" y="37731"/>
                  </a:lnTo>
                  <a:lnTo>
                    <a:pt x="3154108" y="37160"/>
                  </a:lnTo>
                  <a:lnTo>
                    <a:pt x="3156039" y="38074"/>
                  </a:lnTo>
                  <a:lnTo>
                    <a:pt x="3168980" y="44170"/>
                  </a:lnTo>
                  <a:lnTo>
                    <a:pt x="3184550" y="53492"/>
                  </a:lnTo>
                  <a:lnTo>
                    <a:pt x="3197364" y="63017"/>
                  </a:lnTo>
                  <a:lnTo>
                    <a:pt x="3197669" y="63500"/>
                  </a:lnTo>
                  <a:lnTo>
                    <a:pt x="3198012" y="63500"/>
                  </a:lnTo>
                  <a:lnTo>
                    <a:pt x="3235807" y="104749"/>
                  </a:lnTo>
                  <a:lnTo>
                    <a:pt x="3259124" y="154114"/>
                  </a:lnTo>
                  <a:lnTo>
                    <a:pt x="3267075" y="207962"/>
                  </a:lnTo>
                  <a:lnTo>
                    <a:pt x="3267075" y="517525"/>
                  </a:lnTo>
                  <a:lnTo>
                    <a:pt x="35128" y="517525"/>
                  </a:lnTo>
                  <a:lnTo>
                    <a:pt x="35128" y="543128"/>
                  </a:lnTo>
                  <a:lnTo>
                    <a:pt x="3276600" y="543128"/>
                  </a:lnTo>
                  <a:lnTo>
                    <a:pt x="3276600" y="127000"/>
                  </a:lnTo>
                  <a:lnTo>
                    <a:pt x="3275063" y="127000"/>
                  </a:lnTo>
                  <a:lnTo>
                    <a:pt x="3270351" y="114300"/>
                  </a:lnTo>
                  <a:lnTo>
                    <a:pt x="3265170" y="101600"/>
                  </a:lnTo>
                  <a:lnTo>
                    <a:pt x="3259531" y="101600"/>
                  </a:lnTo>
                  <a:lnTo>
                    <a:pt x="3253473" y="88900"/>
                  </a:lnTo>
                  <a:lnTo>
                    <a:pt x="3247009" y="76200"/>
                  </a:lnTo>
                  <a:lnTo>
                    <a:pt x="3240151" y="76200"/>
                  </a:lnTo>
                  <a:lnTo>
                    <a:pt x="3232874" y="63500"/>
                  </a:lnTo>
                  <a:lnTo>
                    <a:pt x="3225254" y="50800"/>
                  </a:lnTo>
                  <a:lnTo>
                    <a:pt x="3217303" y="50800"/>
                  </a:lnTo>
                  <a:lnTo>
                    <a:pt x="3215043" y="47345"/>
                  </a:lnTo>
                  <a:lnTo>
                    <a:pt x="3215043" y="68224"/>
                  </a:lnTo>
                  <a:lnTo>
                    <a:pt x="3213747" y="67208"/>
                  </a:lnTo>
                  <a:lnTo>
                    <a:pt x="3208464" y="63500"/>
                  </a:lnTo>
                  <a:lnTo>
                    <a:pt x="3212465" y="63500"/>
                  </a:lnTo>
                  <a:lnTo>
                    <a:pt x="3215043" y="68224"/>
                  </a:lnTo>
                  <a:lnTo>
                    <a:pt x="3215043" y="47345"/>
                  </a:lnTo>
                  <a:lnTo>
                    <a:pt x="3209010" y="38100"/>
                  </a:lnTo>
                  <a:lnTo>
                    <a:pt x="3200400" y="38100"/>
                  </a:lnTo>
                  <a:lnTo>
                    <a:pt x="3191510" y="25400"/>
                  </a:lnTo>
                  <a:lnTo>
                    <a:pt x="3190976" y="25400"/>
                  </a:lnTo>
                  <a:lnTo>
                    <a:pt x="3190976" y="52679"/>
                  </a:lnTo>
                  <a:lnTo>
                    <a:pt x="3189465" y="51816"/>
                  </a:lnTo>
                  <a:lnTo>
                    <a:pt x="3187433" y="50800"/>
                  </a:lnTo>
                  <a:lnTo>
                    <a:pt x="3189821" y="50800"/>
                  </a:lnTo>
                  <a:lnTo>
                    <a:pt x="3190976" y="52679"/>
                  </a:lnTo>
                  <a:lnTo>
                    <a:pt x="3190976" y="25400"/>
                  </a:lnTo>
                  <a:lnTo>
                    <a:pt x="3179000" y="25400"/>
                  </a:lnTo>
                  <a:lnTo>
                    <a:pt x="3179000" y="46685"/>
                  </a:lnTo>
                  <a:lnTo>
                    <a:pt x="3172129" y="43637"/>
                  </a:lnTo>
                  <a:lnTo>
                    <a:pt x="3163189" y="40182"/>
                  </a:lnTo>
                  <a:lnTo>
                    <a:pt x="3156928" y="38100"/>
                  </a:lnTo>
                  <a:lnTo>
                    <a:pt x="3173387" y="38100"/>
                  </a:lnTo>
                  <a:lnTo>
                    <a:pt x="3179000" y="46685"/>
                  </a:lnTo>
                  <a:lnTo>
                    <a:pt x="3179000" y="25400"/>
                  </a:lnTo>
                  <a:lnTo>
                    <a:pt x="3172980" y="25400"/>
                  </a:lnTo>
                  <a:lnTo>
                    <a:pt x="3163354" y="12700"/>
                  </a:lnTo>
                  <a:lnTo>
                    <a:pt x="3133433" y="12700"/>
                  </a:lnTo>
                  <a:lnTo>
                    <a:pt x="3123146" y="0"/>
                  </a:lnTo>
                  <a:lnTo>
                    <a:pt x="172504" y="0"/>
                  </a:lnTo>
                  <a:lnTo>
                    <a:pt x="162229" y="12700"/>
                  </a:lnTo>
                  <a:lnTo>
                    <a:pt x="132308" y="12700"/>
                  </a:lnTo>
                  <a:lnTo>
                    <a:pt x="122669" y="25400"/>
                  </a:lnTo>
                  <a:lnTo>
                    <a:pt x="104152" y="25400"/>
                  </a:lnTo>
                  <a:lnTo>
                    <a:pt x="95250" y="38100"/>
                  </a:lnTo>
                  <a:lnTo>
                    <a:pt x="86639" y="38100"/>
                  </a:lnTo>
                  <a:lnTo>
                    <a:pt x="78359" y="50800"/>
                  </a:lnTo>
                  <a:lnTo>
                    <a:pt x="70408" y="50800"/>
                  </a:lnTo>
                  <a:lnTo>
                    <a:pt x="62776" y="63500"/>
                  </a:lnTo>
                  <a:lnTo>
                    <a:pt x="55511" y="76200"/>
                  </a:lnTo>
                  <a:lnTo>
                    <a:pt x="48653" y="76200"/>
                  </a:lnTo>
                  <a:lnTo>
                    <a:pt x="42189" y="88900"/>
                  </a:lnTo>
                  <a:lnTo>
                    <a:pt x="36118" y="101600"/>
                  </a:lnTo>
                  <a:lnTo>
                    <a:pt x="30492" y="101600"/>
                  </a:lnTo>
                  <a:lnTo>
                    <a:pt x="25311" y="114300"/>
                  </a:lnTo>
                  <a:lnTo>
                    <a:pt x="20586" y="127000"/>
                  </a:lnTo>
                  <a:lnTo>
                    <a:pt x="16319" y="127000"/>
                  </a:lnTo>
                  <a:lnTo>
                    <a:pt x="12522" y="139700"/>
                  </a:lnTo>
                  <a:lnTo>
                    <a:pt x="9232" y="152400"/>
                  </a:lnTo>
                  <a:lnTo>
                    <a:pt x="6426" y="165100"/>
                  </a:lnTo>
                  <a:lnTo>
                    <a:pt x="4127" y="177800"/>
                  </a:lnTo>
                  <a:lnTo>
                    <a:pt x="2324" y="177800"/>
                  </a:lnTo>
                  <a:lnTo>
                    <a:pt x="1041" y="190500"/>
                  </a:lnTo>
                  <a:lnTo>
                    <a:pt x="266" y="203200"/>
                  </a:lnTo>
                  <a:lnTo>
                    <a:pt x="0" y="215900"/>
                  </a:lnTo>
                  <a:lnTo>
                    <a:pt x="0" y="1219200"/>
                  </a:lnTo>
                  <a:lnTo>
                    <a:pt x="266" y="1219200"/>
                  </a:lnTo>
                  <a:lnTo>
                    <a:pt x="1041" y="1231900"/>
                  </a:lnTo>
                  <a:lnTo>
                    <a:pt x="2324" y="1244600"/>
                  </a:lnTo>
                  <a:lnTo>
                    <a:pt x="4127" y="1257300"/>
                  </a:lnTo>
                  <a:lnTo>
                    <a:pt x="6426" y="1270000"/>
                  </a:lnTo>
                  <a:lnTo>
                    <a:pt x="9232" y="1282700"/>
                  </a:lnTo>
                  <a:lnTo>
                    <a:pt x="12522" y="1282700"/>
                  </a:lnTo>
                  <a:lnTo>
                    <a:pt x="16319" y="1295400"/>
                  </a:lnTo>
                  <a:lnTo>
                    <a:pt x="20586" y="1308100"/>
                  </a:lnTo>
                  <a:lnTo>
                    <a:pt x="25311" y="1320800"/>
                  </a:lnTo>
                  <a:lnTo>
                    <a:pt x="30492" y="1320800"/>
                  </a:lnTo>
                  <a:lnTo>
                    <a:pt x="36118" y="1333500"/>
                  </a:lnTo>
                  <a:lnTo>
                    <a:pt x="42189" y="1346200"/>
                  </a:lnTo>
                  <a:lnTo>
                    <a:pt x="48653" y="1346200"/>
                  </a:lnTo>
                  <a:lnTo>
                    <a:pt x="55511" y="1358900"/>
                  </a:lnTo>
                  <a:lnTo>
                    <a:pt x="62776" y="1371600"/>
                  </a:lnTo>
                  <a:lnTo>
                    <a:pt x="70408" y="1371600"/>
                  </a:lnTo>
                  <a:lnTo>
                    <a:pt x="78359" y="1384300"/>
                  </a:lnTo>
                  <a:lnTo>
                    <a:pt x="86639" y="1384300"/>
                  </a:lnTo>
                  <a:lnTo>
                    <a:pt x="95250" y="1397000"/>
                  </a:lnTo>
                  <a:lnTo>
                    <a:pt x="104152" y="1397000"/>
                  </a:lnTo>
                  <a:lnTo>
                    <a:pt x="113296" y="1409700"/>
                  </a:lnTo>
                  <a:lnTo>
                    <a:pt x="132308" y="1409700"/>
                  </a:lnTo>
                  <a:lnTo>
                    <a:pt x="142125" y="1422400"/>
                  </a:lnTo>
                  <a:lnTo>
                    <a:pt x="3153537" y="1422400"/>
                  </a:lnTo>
                  <a:lnTo>
                    <a:pt x="3163354" y="1409700"/>
                  </a:lnTo>
                  <a:lnTo>
                    <a:pt x="3182366" y="1409700"/>
                  </a:lnTo>
                  <a:lnTo>
                    <a:pt x="3191510" y="1397000"/>
                  </a:lnTo>
                  <a:lnTo>
                    <a:pt x="3200400" y="1397000"/>
                  </a:lnTo>
                  <a:lnTo>
                    <a:pt x="3209010" y="1384300"/>
                  </a:lnTo>
                  <a:lnTo>
                    <a:pt x="3217303" y="1384300"/>
                  </a:lnTo>
                  <a:lnTo>
                    <a:pt x="3225254" y="1371600"/>
                  </a:lnTo>
                  <a:lnTo>
                    <a:pt x="3232874" y="1371600"/>
                  </a:lnTo>
                  <a:lnTo>
                    <a:pt x="3240151" y="1358900"/>
                  </a:lnTo>
                  <a:lnTo>
                    <a:pt x="3247009" y="1346200"/>
                  </a:lnTo>
                  <a:lnTo>
                    <a:pt x="3253473" y="1346200"/>
                  </a:lnTo>
                  <a:lnTo>
                    <a:pt x="3259531" y="1333500"/>
                  </a:lnTo>
                  <a:lnTo>
                    <a:pt x="3265170" y="1320800"/>
                  </a:lnTo>
                  <a:lnTo>
                    <a:pt x="3270351" y="1320800"/>
                  </a:lnTo>
                  <a:lnTo>
                    <a:pt x="3275063" y="1308100"/>
                  </a:lnTo>
                  <a:lnTo>
                    <a:pt x="3279330" y="1295400"/>
                  </a:lnTo>
                  <a:lnTo>
                    <a:pt x="3283127" y="1282700"/>
                  </a:lnTo>
                  <a:lnTo>
                    <a:pt x="3286429" y="1282700"/>
                  </a:lnTo>
                  <a:lnTo>
                    <a:pt x="3293338" y="1244600"/>
                  </a:lnTo>
                  <a:lnTo>
                    <a:pt x="3295396" y="1219200"/>
                  </a:lnTo>
                  <a:lnTo>
                    <a:pt x="3295650" y="1219200"/>
                  </a:lnTo>
                  <a:lnTo>
                    <a:pt x="3295650" y="215900"/>
                  </a:lnTo>
                  <a:close/>
                </a:path>
              </a:pathLst>
            </a:custGeom>
            <a:solidFill>
              <a:srgbClr val="FFFFFF">
                <a:alpha val="25099"/>
              </a:srgbClr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0" name="object 10"/>
            <p:cNvSpPr/>
            <p:nvPr/>
          </p:nvSpPr>
          <p:spPr>
            <a:xfrm>
              <a:off x="619124" y="3543299"/>
              <a:ext cx="3257550" cy="514350"/>
            </a:xfrm>
            <a:custGeom>
              <a:avLst/>
              <a:gdLst/>
              <a:ahLst/>
              <a:cxnLst/>
              <a:rect l="l" t="t" r="r" b="b"/>
              <a:pathLst>
                <a:path w="3257550" h="514350">
                  <a:moveTo>
                    <a:pt x="3062287" y="0"/>
                  </a:moveTo>
                  <a:lnTo>
                    <a:pt x="195262" y="0"/>
                  </a:lnTo>
                  <a:lnTo>
                    <a:pt x="176028" y="928"/>
                  </a:lnTo>
                  <a:lnTo>
                    <a:pt x="120540" y="14858"/>
                  </a:lnTo>
                  <a:lnTo>
                    <a:pt x="86759" y="32870"/>
                  </a:lnTo>
                  <a:lnTo>
                    <a:pt x="57189" y="57188"/>
                  </a:lnTo>
                  <a:lnTo>
                    <a:pt x="32876" y="86756"/>
                  </a:lnTo>
                  <a:lnTo>
                    <a:pt x="14862" y="120535"/>
                  </a:lnTo>
                  <a:lnTo>
                    <a:pt x="3716" y="157160"/>
                  </a:lnTo>
                  <a:lnTo>
                    <a:pt x="0" y="195262"/>
                  </a:lnTo>
                  <a:lnTo>
                    <a:pt x="0" y="514349"/>
                  </a:lnTo>
                  <a:lnTo>
                    <a:pt x="3257549" y="514349"/>
                  </a:lnTo>
                  <a:lnTo>
                    <a:pt x="3257549" y="195262"/>
                  </a:lnTo>
                  <a:lnTo>
                    <a:pt x="3253835" y="157160"/>
                  </a:lnTo>
                  <a:lnTo>
                    <a:pt x="3242690" y="120535"/>
                  </a:lnTo>
                  <a:lnTo>
                    <a:pt x="3224669" y="86756"/>
                  </a:lnTo>
                  <a:lnTo>
                    <a:pt x="3200361" y="57188"/>
                  </a:lnTo>
                  <a:lnTo>
                    <a:pt x="3170792" y="32870"/>
                  </a:lnTo>
                  <a:lnTo>
                    <a:pt x="3137014" y="14858"/>
                  </a:lnTo>
                  <a:lnTo>
                    <a:pt x="3100388" y="3714"/>
                  </a:lnTo>
                  <a:lnTo>
                    <a:pt x="3062287" y="0"/>
                  </a:lnTo>
                  <a:close/>
                </a:path>
              </a:pathLst>
            </a:custGeom>
            <a:solidFill>
              <a:srgbClr val="232323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1" name="object 11"/>
            <p:cNvSpPr/>
            <p:nvPr/>
          </p:nvSpPr>
          <p:spPr>
            <a:xfrm>
              <a:off x="619125" y="4038599"/>
              <a:ext cx="3257550" cy="19050"/>
            </a:xfrm>
            <a:custGeom>
              <a:avLst/>
              <a:gdLst/>
              <a:ahLst/>
              <a:cxnLst/>
              <a:rect l="l" t="t" r="r" b="b"/>
              <a:pathLst>
                <a:path w="3257550" h="19050">
                  <a:moveTo>
                    <a:pt x="3257550" y="0"/>
                  </a:moveTo>
                  <a:lnTo>
                    <a:pt x="0" y="0"/>
                  </a:lnTo>
                  <a:lnTo>
                    <a:pt x="0" y="19050"/>
                  </a:lnTo>
                  <a:lnTo>
                    <a:pt x="3257550" y="19050"/>
                  </a:lnTo>
                  <a:lnTo>
                    <a:pt x="3257550" y="0"/>
                  </a:lnTo>
                  <a:close/>
                </a:path>
              </a:pathLst>
            </a:custGeom>
            <a:solidFill>
              <a:srgbClr val="FFFFFF">
                <a:alpha val="25099"/>
              </a:srgbClr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2" name="object 12"/>
            <p:cNvSpPr/>
            <p:nvPr/>
          </p:nvSpPr>
          <p:spPr>
            <a:xfrm>
              <a:off x="2124075" y="3675087"/>
              <a:ext cx="258445" cy="222250"/>
            </a:xfrm>
            <a:custGeom>
              <a:avLst/>
              <a:gdLst/>
              <a:ahLst/>
              <a:cxnLst/>
              <a:rect l="l" t="t" r="r" b="b"/>
              <a:pathLst>
                <a:path w="258444" h="222250">
                  <a:moveTo>
                    <a:pt x="149898" y="0"/>
                  </a:moveTo>
                  <a:lnTo>
                    <a:pt x="144043" y="0"/>
                  </a:lnTo>
                  <a:lnTo>
                    <a:pt x="136931" y="7124"/>
                  </a:lnTo>
                  <a:lnTo>
                    <a:pt x="136931" y="12979"/>
                  </a:lnTo>
                  <a:lnTo>
                    <a:pt x="225856" y="101917"/>
                  </a:lnTo>
                  <a:lnTo>
                    <a:pt x="4127" y="101917"/>
                  </a:lnTo>
                  <a:lnTo>
                    <a:pt x="0" y="106045"/>
                  </a:lnTo>
                  <a:lnTo>
                    <a:pt x="0" y="116154"/>
                  </a:lnTo>
                  <a:lnTo>
                    <a:pt x="4127" y="120281"/>
                  </a:lnTo>
                  <a:lnTo>
                    <a:pt x="225856" y="120281"/>
                  </a:lnTo>
                  <a:lnTo>
                    <a:pt x="136931" y="209207"/>
                  </a:lnTo>
                  <a:lnTo>
                    <a:pt x="136931" y="215074"/>
                  </a:lnTo>
                  <a:lnTo>
                    <a:pt x="144043" y="222186"/>
                  </a:lnTo>
                  <a:lnTo>
                    <a:pt x="149898" y="222186"/>
                  </a:lnTo>
                  <a:lnTo>
                    <a:pt x="258064" y="114033"/>
                  </a:lnTo>
                  <a:lnTo>
                    <a:pt x="258064" y="108165"/>
                  </a:lnTo>
                  <a:lnTo>
                    <a:pt x="149898" y="0"/>
                  </a:lnTo>
                  <a:close/>
                </a:path>
              </a:pathLst>
            </a:custGeom>
            <a:solidFill>
              <a:srgbClr val="E5E0DF"/>
            </a:solidFill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13" name="object 13"/>
          <p:cNvSpPr txBox="1"/>
          <p:nvPr/>
        </p:nvSpPr>
        <p:spPr>
          <a:xfrm>
            <a:off x="777875" y="4211637"/>
            <a:ext cx="2735580" cy="28257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1650" b="1" dirty="0">
                <a:solidFill>
                  <a:srgbClr val="E5E0DF"/>
                </a:solidFill>
                <a:latin typeface="Tahoma" panose="020B0604030504040204"/>
                <a:cs typeface="Tahoma" panose="020B0604030504040204"/>
              </a:rPr>
              <a:t>Multi-speaker</a:t>
            </a:r>
            <a:r>
              <a:rPr sz="1650" b="1" spc="-15" dirty="0">
                <a:solidFill>
                  <a:srgbClr val="E5E0DF"/>
                </a:solidFill>
                <a:latin typeface="Tahoma" panose="020B0604030504040204"/>
                <a:cs typeface="Tahoma" panose="020B0604030504040204"/>
              </a:rPr>
              <a:t> </a:t>
            </a:r>
            <a:r>
              <a:rPr sz="1650" b="1" spc="-10" dirty="0">
                <a:solidFill>
                  <a:srgbClr val="E5E0DF"/>
                </a:solidFill>
                <a:latin typeface="Tahoma" panose="020B0604030504040204"/>
                <a:cs typeface="Tahoma" panose="020B0604030504040204"/>
              </a:rPr>
              <a:t>diarization.</a:t>
            </a:r>
            <a:endParaRPr sz="1650">
              <a:latin typeface="Tahoma" panose="020B0604030504040204"/>
              <a:cs typeface="Tahoma" panose="020B0604030504040204"/>
            </a:endParaRPr>
          </a:p>
        </p:txBody>
      </p:sp>
      <p:grpSp>
        <p:nvGrpSpPr>
          <p:cNvPr id="14" name="object 14"/>
          <p:cNvGrpSpPr/>
          <p:nvPr/>
        </p:nvGrpSpPr>
        <p:grpSpPr>
          <a:xfrm>
            <a:off x="4067174" y="3524250"/>
            <a:ext cx="3312160" cy="1445260"/>
            <a:chOff x="4067174" y="3524250"/>
            <a:chExt cx="3312160" cy="1445260"/>
          </a:xfrm>
        </p:grpSpPr>
        <p:sp>
          <p:nvSpPr>
            <p:cNvPr id="15" name="object 15"/>
            <p:cNvSpPr/>
            <p:nvPr/>
          </p:nvSpPr>
          <p:spPr>
            <a:xfrm>
              <a:off x="4092975" y="3550052"/>
              <a:ext cx="3286125" cy="1419225"/>
            </a:xfrm>
            <a:custGeom>
              <a:avLst/>
              <a:gdLst/>
              <a:ahLst/>
              <a:cxnLst/>
              <a:rect l="l" t="t" r="r" b="b"/>
              <a:pathLst>
                <a:path w="3286125" h="1419225">
                  <a:moveTo>
                    <a:pt x="0" y="1268567"/>
                  </a:moveTo>
                  <a:lnTo>
                    <a:pt x="18890" y="1311926"/>
                  </a:lnTo>
                  <a:lnTo>
                    <a:pt x="43363" y="1346089"/>
                  </a:lnTo>
                  <a:lnTo>
                    <a:pt x="74059" y="1374829"/>
                  </a:lnTo>
                  <a:lnTo>
                    <a:pt x="109746" y="1397029"/>
                  </a:lnTo>
                  <a:lnTo>
                    <a:pt x="149091" y="1411824"/>
                  </a:lnTo>
                  <a:lnTo>
                    <a:pt x="190569" y="1418670"/>
                  </a:lnTo>
                  <a:lnTo>
                    <a:pt x="197567" y="1419025"/>
                  </a:lnTo>
                  <a:lnTo>
                    <a:pt x="3078625" y="1419025"/>
                  </a:lnTo>
                  <a:lnTo>
                    <a:pt x="3120306" y="1413526"/>
                  </a:lnTo>
                  <a:lnTo>
                    <a:pt x="3160108" y="1400026"/>
                  </a:lnTo>
                  <a:lnTo>
                    <a:pt x="3173179" y="1393422"/>
                  </a:lnTo>
                  <a:lnTo>
                    <a:pt x="188512" y="1393422"/>
                  </a:lnTo>
                  <a:lnTo>
                    <a:pt x="178450" y="1393177"/>
                  </a:lnTo>
                  <a:lnTo>
                    <a:pt x="138740" y="1387285"/>
                  </a:lnTo>
                  <a:lnTo>
                    <a:pt x="100941" y="1373752"/>
                  </a:lnTo>
                  <a:lnTo>
                    <a:pt x="66505" y="1353112"/>
                  </a:lnTo>
                  <a:lnTo>
                    <a:pt x="36765" y="1326151"/>
                  </a:lnTo>
                  <a:lnTo>
                    <a:pt x="12853" y="1293908"/>
                  </a:lnTo>
                  <a:lnTo>
                    <a:pt x="3389" y="1276205"/>
                  </a:lnTo>
                  <a:lnTo>
                    <a:pt x="0" y="1268567"/>
                  </a:lnTo>
                  <a:close/>
                </a:path>
                <a:path w="3286125" h="1419225">
                  <a:moveTo>
                    <a:pt x="3135475" y="0"/>
                  </a:moveTo>
                  <a:lnTo>
                    <a:pt x="3169316" y="18241"/>
                  </a:lnTo>
                  <a:lnTo>
                    <a:pt x="3200342" y="43704"/>
                  </a:lnTo>
                  <a:lnTo>
                    <a:pt x="3225805" y="74730"/>
                  </a:lnTo>
                  <a:lnTo>
                    <a:pt x="3244728" y="110138"/>
                  </a:lnTo>
                  <a:lnTo>
                    <a:pt x="3256387" y="148555"/>
                  </a:lnTo>
                  <a:lnTo>
                    <a:pt x="3260324" y="188510"/>
                  </a:lnTo>
                  <a:lnTo>
                    <a:pt x="3260324" y="1188635"/>
                  </a:lnTo>
                  <a:lnTo>
                    <a:pt x="3256387" y="1228589"/>
                  </a:lnTo>
                  <a:lnTo>
                    <a:pt x="3244728" y="1267006"/>
                  </a:lnTo>
                  <a:lnTo>
                    <a:pt x="3225805" y="1302414"/>
                  </a:lnTo>
                  <a:lnTo>
                    <a:pt x="3200342" y="1333440"/>
                  </a:lnTo>
                  <a:lnTo>
                    <a:pt x="3169316" y="1358903"/>
                  </a:lnTo>
                  <a:lnTo>
                    <a:pt x="3133908" y="1377826"/>
                  </a:lnTo>
                  <a:lnTo>
                    <a:pt x="3095491" y="1389485"/>
                  </a:lnTo>
                  <a:lnTo>
                    <a:pt x="3055536" y="1393422"/>
                  </a:lnTo>
                  <a:lnTo>
                    <a:pt x="3173179" y="1393422"/>
                  </a:lnTo>
                  <a:lnTo>
                    <a:pt x="3212991" y="1365914"/>
                  </a:lnTo>
                  <a:lnTo>
                    <a:pt x="3241731" y="1335243"/>
                  </a:lnTo>
                  <a:lnTo>
                    <a:pt x="3263931" y="1299544"/>
                  </a:lnTo>
                  <a:lnTo>
                    <a:pt x="3278739" y="1260199"/>
                  </a:lnTo>
                  <a:lnTo>
                    <a:pt x="3285584" y="1218734"/>
                  </a:lnTo>
                  <a:lnTo>
                    <a:pt x="3285927" y="1211723"/>
                  </a:lnTo>
                  <a:lnTo>
                    <a:pt x="3285927" y="197565"/>
                  </a:lnTo>
                  <a:lnTo>
                    <a:pt x="3280441" y="155883"/>
                  </a:lnTo>
                  <a:lnTo>
                    <a:pt x="3266928" y="116081"/>
                  </a:lnTo>
                  <a:lnTo>
                    <a:pt x="3245897" y="79683"/>
                  </a:lnTo>
                  <a:lnTo>
                    <a:pt x="3218185" y="48073"/>
                  </a:lnTo>
                  <a:lnTo>
                    <a:pt x="3184835" y="22482"/>
                  </a:lnTo>
                  <a:lnTo>
                    <a:pt x="3147142" y="3902"/>
                  </a:lnTo>
                  <a:lnTo>
                    <a:pt x="3140538" y="1540"/>
                  </a:lnTo>
                  <a:lnTo>
                    <a:pt x="3135475" y="0"/>
                  </a:lnTo>
                  <a:close/>
                </a:path>
              </a:pathLst>
            </a:custGeom>
            <a:solidFill>
              <a:srgbClr val="FFFFFF">
                <a:alpha val="25099"/>
              </a:srgbClr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6" name="object 16"/>
            <p:cNvSpPr/>
            <p:nvPr/>
          </p:nvSpPr>
          <p:spPr>
            <a:xfrm>
              <a:off x="4067174" y="3524250"/>
              <a:ext cx="3295650" cy="1428750"/>
            </a:xfrm>
            <a:custGeom>
              <a:avLst/>
              <a:gdLst/>
              <a:ahLst/>
              <a:cxnLst/>
              <a:rect l="l" t="t" r="r" b="b"/>
              <a:pathLst>
                <a:path w="3295650" h="1428750">
                  <a:moveTo>
                    <a:pt x="3081337" y="0"/>
                  </a:moveTo>
                  <a:lnTo>
                    <a:pt x="214312" y="0"/>
                  </a:lnTo>
                  <a:lnTo>
                    <a:pt x="203784" y="257"/>
                  </a:lnTo>
                  <a:lnTo>
                    <a:pt x="162226" y="6421"/>
                  </a:lnTo>
                  <a:lnTo>
                    <a:pt x="122665" y="20579"/>
                  </a:lnTo>
                  <a:lnTo>
                    <a:pt x="86639" y="42178"/>
                  </a:lnTo>
                  <a:lnTo>
                    <a:pt x="55508" y="70398"/>
                  </a:lnTo>
                  <a:lnTo>
                    <a:pt x="30481" y="104144"/>
                  </a:lnTo>
                  <a:lnTo>
                    <a:pt x="12521" y="142123"/>
                  </a:lnTo>
                  <a:lnTo>
                    <a:pt x="2314" y="182881"/>
                  </a:lnTo>
                  <a:lnTo>
                    <a:pt x="0" y="214312"/>
                  </a:lnTo>
                  <a:lnTo>
                    <a:pt x="0" y="1214437"/>
                  </a:lnTo>
                  <a:lnTo>
                    <a:pt x="4114" y="1256245"/>
                  </a:lnTo>
                  <a:lnTo>
                    <a:pt x="16306" y="1296441"/>
                  </a:lnTo>
                  <a:lnTo>
                    <a:pt x="36118" y="1333499"/>
                  </a:lnTo>
                  <a:lnTo>
                    <a:pt x="62776" y="1365973"/>
                  </a:lnTo>
                  <a:lnTo>
                    <a:pt x="95249" y="1392631"/>
                  </a:lnTo>
                  <a:lnTo>
                    <a:pt x="132295" y="1412430"/>
                  </a:lnTo>
                  <a:lnTo>
                    <a:pt x="172504" y="1424622"/>
                  </a:lnTo>
                  <a:lnTo>
                    <a:pt x="214312" y="1428749"/>
                  </a:lnTo>
                  <a:lnTo>
                    <a:pt x="3081337" y="1428749"/>
                  </a:lnTo>
                  <a:lnTo>
                    <a:pt x="3123145" y="1424622"/>
                  </a:lnTo>
                  <a:lnTo>
                    <a:pt x="3163353" y="1412430"/>
                  </a:lnTo>
                  <a:lnTo>
                    <a:pt x="3200399" y="1392631"/>
                  </a:lnTo>
                  <a:lnTo>
                    <a:pt x="3232873" y="1365973"/>
                  </a:lnTo>
                  <a:lnTo>
                    <a:pt x="3259530" y="1333499"/>
                  </a:lnTo>
                  <a:lnTo>
                    <a:pt x="3279330" y="1296441"/>
                  </a:lnTo>
                  <a:lnTo>
                    <a:pt x="3291534" y="1256245"/>
                  </a:lnTo>
                  <a:lnTo>
                    <a:pt x="3295649" y="1214437"/>
                  </a:lnTo>
                  <a:lnTo>
                    <a:pt x="3295649" y="214312"/>
                  </a:lnTo>
                  <a:lnTo>
                    <a:pt x="3291534" y="172504"/>
                  </a:lnTo>
                  <a:lnTo>
                    <a:pt x="3279330" y="132295"/>
                  </a:lnTo>
                  <a:lnTo>
                    <a:pt x="3259530" y="95249"/>
                  </a:lnTo>
                  <a:lnTo>
                    <a:pt x="3232873" y="62776"/>
                  </a:lnTo>
                  <a:lnTo>
                    <a:pt x="3200399" y="36118"/>
                  </a:lnTo>
                  <a:lnTo>
                    <a:pt x="3163353" y="16306"/>
                  </a:lnTo>
                  <a:lnTo>
                    <a:pt x="3123145" y="4114"/>
                  </a:lnTo>
                  <a:lnTo>
                    <a:pt x="3081337" y="0"/>
                  </a:lnTo>
                  <a:close/>
                </a:path>
              </a:pathLst>
            </a:custGeom>
            <a:solidFill>
              <a:srgbClr val="040404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7" name="object 17"/>
            <p:cNvSpPr/>
            <p:nvPr/>
          </p:nvSpPr>
          <p:spPr>
            <a:xfrm>
              <a:off x="4067162" y="3530612"/>
              <a:ext cx="3295650" cy="1422400"/>
            </a:xfrm>
            <a:custGeom>
              <a:avLst/>
              <a:gdLst/>
              <a:ahLst/>
              <a:cxnLst/>
              <a:rect l="l" t="t" r="r" b="b"/>
              <a:pathLst>
                <a:path w="3295650" h="1422400">
                  <a:moveTo>
                    <a:pt x="3295650" y="215900"/>
                  </a:moveTo>
                  <a:lnTo>
                    <a:pt x="3295396" y="203200"/>
                  </a:lnTo>
                  <a:lnTo>
                    <a:pt x="3294621" y="190500"/>
                  </a:lnTo>
                  <a:lnTo>
                    <a:pt x="3293338" y="177800"/>
                  </a:lnTo>
                  <a:lnTo>
                    <a:pt x="3291535" y="177800"/>
                  </a:lnTo>
                  <a:lnTo>
                    <a:pt x="3289223" y="165100"/>
                  </a:lnTo>
                  <a:lnTo>
                    <a:pt x="3286429" y="152400"/>
                  </a:lnTo>
                  <a:lnTo>
                    <a:pt x="3283127" y="139700"/>
                  </a:lnTo>
                  <a:lnTo>
                    <a:pt x="3279330" y="127000"/>
                  </a:lnTo>
                  <a:lnTo>
                    <a:pt x="3276600" y="127000"/>
                  </a:lnTo>
                  <a:lnTo>
                    <a:pt x="3276600" y="543128"/>
                  </a:lnTo>
                  <a:lnTo>
                    <a:pt x="3276600" y="1219200"/>
                  </a:lnTo>
                  <a:lnTo>
                    <a:pt x="3276371" y="1219200"/>
                  </a:lnTo>
                  <a:lnTo>
                    <a:pt x="3275673" y="1231900"/>
                  </a:lnTo>
                  <a:lnTo>
                    <a:pt x="3274504" y="1244600"/>
                  </a:lnTo>
                  <a:lnTo>
                    <a:pt x="3272853" y="1257300"/>
                  </a:lnTo>
                  <a:lnTo>
                    <a:pt x="3270745" y="1257300"/>
                  </a:lnTo>
                  <a:lnTo>
                    <a:pt x="3268192" y="1270000"/>
                  </a:lnTo>
                  <a:lnTo>
                    <a:pt x="3265195" y="1282700"/>
                  </a:lnTo>
                  <a:lnTo>
                    <a:pt x="3261741" y="1295400"/>
                  </a:lnTo>
                  <a:lnTo>
                    <a:pt x="3257854" y="1295400"/>
                  </a:lnTo>
                  <a:lnTo>
                    <a:pt x="3253549" y="1308100"/>
                  </a:lnTo>
                  <a:lnTo>
                    <a:pt x="3248837" y="1320800"/>
                  </a:lnTo>
                  <a:lnTo>
                    <a:pt x="3243694" y="1320800"/>
                  </a:lnTo>
                  <a:lnTo>
                    <a:pt x="3238169" y="1333500"/>
                  </a:lnTo>
                  <a:lnTo>
                    <a:pt x="3232289" y="1333500"/>
                  </a:lnTo>
                  <a:lnTo>
                    <a:pt x="3226041" y="1346200"/>
                  </a:lnTo>
                  <a:lnTo>
                    <a:pt x="3219412" y="1346200"/>
                  </a:lnTo>
                  <a:lnTo>
                    <a:pt x="3212465" y="1358900"/>
                  </a:lnTo>
                  <a:lnTo>
                    <a:pt x="3205213" y="1371600"/>
                  </a:lnTo>
                  <a:lnTo>
                    <a:pt x="3189821" y="1371600"/>
                  </a:lnTo>
                  <a:lnTo>
                    <a:pt x="3181718" y="1384300"/>
                  </a:lnTo>
                  <a:lnTo>
                    <a:pt x="3173387" y="1384300"/>
                  </a:lnTo>
                  <a:lnTo>
                    <a:pt x="3164840" y="1397000"/>
                  </a:lnTo>
                  <a:lnTo>
                    <a:pt x="3138017" y="1397000"/>
                  </a:lnTo>
                  <a:lnTo>
                    <a:pt x="3128797" y="1409700"/>
                  </a:lnTo>
                  <a:lnTo>
                    <a:pt x="166852" y="1409700"/>
                  </a:lnTo>
                  <a:lnTo>
                    <a:pt x="157632" y="1397000"/>
                  </a:lnTo>
                  <a:lnTo>
                    <a:pt x="130822" y="1397000"/>
                  </a:lnTo>
                  <a:lnTo>
                    <a:pt x="122275" y="1384300"/>
                  </a:lnTo>
                  <a:lnTo>
                    <a:pt x="113944" y="1384300"/>
                  </a:lnTo>
                  <a:lnTo>
                    <a:pt x="105829" y="1371600"/>
                  </a:lnTo>
                  <a:lnTo>
                    <a:pt x="90449" y="1371600"/>
                  </a:lnTo>
                  <a:lnTo>
                    <a:pt x="83197" y="1358900"/>
                  </a:lnTo>
                  <a:lnTo>
                    <a:pt x="76238" y="1346200"/>
                  </a:lnTo>
                  <a:lnTo>
                    <a:pt x="69621" y="1346200"/>
                  </a:lnTo>
                  <a:lnTo>
                    <a:pt x="63373" y="1333500"/>
                  </a:lnTo>
                  <a:lnTo>
                    <a:pt x="57480" y="1333500"/>
                  </a:lnTo>
                  <a:lnTo>
                    <a:pt x="51955" y="1320800"/>
                  </a:lnTo>
                  <a:lnTo>
                    <a:pt x="46824" y="1320800"/>
                  </a:lnTo>
                  <a:lnTo>
                    <a:pt x="42113" y="1308100"/>
                  </a:lnTo>
                  <a:lnTo>
                    <a:pt x="37807" y="1295400"/>
                  </a:lnTo>
                  <a:lnTo>
                    <a:pt x="33909" y="1295400"/>
                  </a:lnTo>
                  <a:lnTo>
                    <a:pt x="30467" y="1282700"/>
                  </a:lnTo>
                  <a:lnTo>
                    <a:pt x="27457" y="1270000"/>
                  </a:lnTo>
                  <a:lnTo>
                    <a:pt x="24904" y="1257300"/>
                  </a:lnTo>
                  <a:lnTo>
                    <a:pt x="22796" y="1257300"/>
                  </a:lnTo>
                  <a:lnTo>
                    <a:pt x="21158" y="1244600"/>
                  </a:lnTo>
                  <a:lnTo>
                    <a:pt x="19989" y="1231900"/>
                  </a:lnTo>
                  <a:lnTo>
                    <a:pt x="19291" y="1219200"/>
                  </a:lnTo>
                  <a:lnTo>
                    <a:pt x="19050" y="1219200"/>
                  </a:lnTo>
                  <a:lnTo>
                    <a:pt x="19050" y="215900"/>
                  </a:lnTo>
                  <a:lnTo>
                    <a:pt x="19291" y="203200"/>
                  </a:lnTo>
                  <a:lnTo>
                    <a:pt x="19989" y="190500"/>
                  </a:lnTo>
                  <a:lnTo>
                    <a:pt x="21158" y="190500"/>
                  </a:lnTo>
                  <a:lnTo>
                    <a:pt x="22796" y="177800"/>
                  </a:lnTo>
                  <a:lnTo>
                    <a:pt x="24904" y="165100"/>
                  </a:lnTo>
                  <a:lnTo>
                    <a:pt x="27457" y="152400"/>
                  </a:lnTo>
                  <a:lnTo>
                    <a:pt x="30467" y="152400"/>
                  </a:lnTo>
                  <a:lnTo>
                    <a:pt x="33909" y="139700"/>
                  </a:lnTo>
                  <a:lnTo>
                    <a:pt x="37807" y="127000"/>
                  </a:lnTo>
                  <a:lnTo>
                    <a:pt x="42113" y="127000"/>
                  </a:lnTo>
                  <a:lnTo>
                    <a:pt x="46824" y="114300"/>
                  </a:lnTo>
                  <a:lnTo>
                    <a:pt x="51955" y="101600"/>
                  </a:lnTo>
                  <a:lnTo>
                    <a:pt x="57480" y="101600"/>
                  </a:lnTo>
                  <a:lnTo>
                    <a:pt x="63373" y="88900"/>
                  </a:lnTo>
                  <a:lnTo>
                    <a:pt x="69621" y="88900"/>
                  </a:lnTo>
                  <a:lnTo>
                    <a:pt x="76238" y="76200"/>
                  </a:lnTo>
                  <a:lnTo>
                    <a:pt x="83197" y="63500"/>
                  </a:lnTo>
                  <a:lnTo>
                    <a:pt x="97993" y="63500"/>
                  </a:lnTo>
                  <a:lnTo>
                    <a:pt x="105829" y="50800"/>
                  </a:lnTo>
                  <a:lnTo>
                    <a:pt x="113944" y="50800"/>
                  </a:lnTo>
                  <a:lnTo>
                    <a:pt x="122275" y="38100"/>
                  </a:lnTo>
                  <a:lnTo>
                    <a:pt x="139585" y="38100"/>
                  </a:lnTo>
                  <a:lnTo>
                    <a:pt x="148539" y="25400"/>
                  </a:lnTo>
                  <a:lnTo>
                    <a:pt x="3147110" y="25400"/>
                  </a:lnTo>
                  <a:lnTo>
                    <a:pt x="3155797" y="37731"/>
                  </a:lnTo>
                  <a:lnTo>
                    <a:pt x="3154108" y="37160"/>
                  </a:lnTo>
                  <a:lnTo>
                    <a:pt x="3156039" y="38074"/>
                  </a:lnTo>
                  <a:lnTo>
                    <a:pt x="3168980" y="44170"/>
                  </a:lnTo>
                  <a:lnTo>
                    <a:pt x="3184550" y="53492"/>
                  </a:lnTo>
                  <a:lnTo>
                    <a:pt x="3197364" y="63017"/>
                  </a:lnTo>
                  <a:lnTo>
                    <a:pt x="3197669" y="63500"/>
                  </a:lnTo>
                  <a:lnTo>
                    <a:pt x="3198012" y="63500"/>
                  </a:lnTo>
                  <a:lnTo>
                    <a:pt x="3235807" y="104749"/>
                  </a:lnTo>
                  <a:lnTo>
                    <a:pt x="3259124" y="154114"/>
                  </a:lnTo>
                  <a:lnTo>
                    <a:pt x="3267075" y="207962"/>
                  </a:lnTo>
                  <a:lnTo>
                    <a:pt x="3267075" y="517525"/>
                  </a:lnTo>
                  <a:lnTo>
                    <a:pt x="35128" y="517525"/>
                  </a:lnTo>
                  <a:lnTo>
                    <a:pt x="35128" y="543128"/>
                  </a:lnTo>
                  <a:lnTo>
                    <a:pt x="3276600" y="543128"/>
                  </a:lnTo>
                  <a:lnTo>
                    <a:pt x="3276600" y="127000"/>
                  </a:lnTo>
                  <a:lnTo>
                    <a:pt x="3275063" y="127000"/>
                  </a:lnTo>
                  <a:lnTo>
                    <a:pt x="3270351" y="114300"/>
                  </a:lnTo>
                  <a:lnTo>
                    <a:pt x="3265170" y="101600"/>
                  </a:lnTo>
                  <a:lnTo>
                    <a:pt x="3259531" y="101600"/>
                  </a:lnTo>
                  <a:lnTo>
                    <a:pt x="3253473" y="88900"/>
                  </a:lnTo>
                  <a:lnTo>
                    <a:pt x="3247009" y="76200"/>
                  </a:lnTo>
                  <a:lnTo>
                    <a:pt x="3240151" y="76200"/>
                  </a:lnTo>
                  <a:lnTo>
                    <a:pt x="3232874" y="63500"/>
                  </a:lnTo>
                  <a:lnTo>
                    <a:pt x="3225254" y="50800"/>
                  </a:lnTo>
                  <a:lnTo>
                    <a:pt x="3217303" y="50800"/>
                  </a:lnTo>
                  <a:lnTo>
                    <a:pt x="3215043" y="47345"/>
                  </a:lnTo>
                  <a:lnTo>
                    <a:pt x="3215043" y="68224"/>
                  </a:lnTo>
                  <a:lnTo>
                    <a:pt x="3213747" y="67208"/>
                  </a:lnTo>
                  <a:lnTo>
                    <a:pt x="3208464" y="63500"/>
                  </a:lnTo>
                  <a:lnTo>
                    <a:pt x="3212465" y="63500"/>
                  </a:lnTo>
                  <a:lnTo>
                    <a:pt x="3215043" y="68224"/>
                  </a:lnTo>
                  <a:lnTo>
                    <a:pt x="3215043" y="47345"/>
                  </a:lnTo>
                  <a:lnTo>
                    <a:pt x="3209010" y="38100"/>
                  </a:lnTo>
                  <a:lnTo>
                    <a:pt x="3200400" y="38100"/>
                  </a:lnTo>
                  <a:lnTo>
                    <a:pt x="3191510" y="25400"/>
                  </a:lnTo>
                  <a:lnTo>
                    <a:pt x="3190976" y="25400"/>
                  </a:lnTo>
                  <a:lnTo>
                    <a:pt x="3190976" y="52679"/>
                  </a:lnTo>
                  <a:lnTo>
                    <a:pt x="3189465" y="51816"/>
                  </a:lnTo>
                  <a:lnTo>
                    <a:pt x="3187433" y="50800"/>
                  </a:lnTo>
                  <a:lnTo>
                    <a:pt x="3189821" y="50800"/>
                  </a:lnTo>
                  <a:lnTo>
                    <a:pt x="3190976" y="52679"/>
                  </a:lnTo>
                  <a:lnTo>
                    <a:pt x="3190976" y="25400"/>
                  </a:lnTo>
                  <a:lnTo>
                    <a:pt x="3179000" y="25400"/>
                  </a:lnTo>
                  <a:lnTo>
                    <a:pt x="3179000" y="46685"/>
                  </a:lnTo>
                  <a:lnTo>
                    <a:pt x="3172129" y="43637"/>
                  </a:lnTo>
                  <a:lnTo>
                    <a:pt x="3163189" y="40182"/>
                  </a:lnTo>
                  <a:lnTo>
                    <a:pt x="3156928" y="38100"/>
                  </a:lnTo>
                  <a:lnTo>
                    <a:pt x="3173387" y="38100"/>
                  </a:lnTo>
                  <a:lnTo>
                    <a:pt x="3179000" y="46685"/>
                  </a:lnTo>
                  <a:lnTo>
                    <a:pt x="3179000" y="25400"/>
                  </a:lnTo>
                  <a:lnTo>
                    <a:pt x="3172980" y="25400"/>
                  </a:lnTo>
                  <a:lnTo>
                    <a:pt x="3163354" y="12700"/>
                  </a:lnTo>
                  <a:lnTo>
                    <a:pt x="3133433" y="12700"/>
                  </a:lnTo>
                  <a:lnTo>
                    <a:pt x="3123146" y="0"/>
                  </a:lnTo>
                  <a:lnTo>
                    <a:pt x="172504" y="0"/>
                  </a:lnTo>
                  <a:lnTo>
                    <a:pt x="162229" y="12700"/>
                  </a:lnTo>
                  <a:lnTo>
                    <a:pt x="132295" y="12700"/>
                  </a:lnTo>
                  <a:lnTo>
                    <a:pt x="122669" y="25400"/>
                  </a:lnTo>
                  <a:lnTo>
                    <a:pt x="104152" y="25400"/>
                  </a:lnTo>
                  <a:lnTo>
                    <a:pt x="95250" y="38100"/>
                  </a:lnTo>
                  <a:lnTo>
                    <a:pt x="86652" y="38100"/>
                  </a:lnTo>
                  <a:lnTo>
                    <a:pt x="78359" y="50800"/>
                  </a:lnTo>
                  <a:lnTo>
                    <a:pt x="70408" y="50800"/>
                  </a:lnTo>
                  <a:lnTo>
                    <a:pt x="62776" y="63500"/>
                  </a:lnTo>
                  <a:lnTo>
                    <a:pt x="55511" y="76200"/>
                  </a:lnTo>
                  <a:lnTo>
                    <a:pt x="48653" y="76200"/>
                  </a:lnTo>
                  <a:lnTo>
                    <a:pt x="42189" y="88900"/>
                  </a:lnTo>
                  <a:lnTo>
                    <a:pt x="36118" y="101600"/>
                  </a:lnTo>
                  <a:lnTo>
                    <a:pt x="30492" y="101600"/>
                  </a:lnTo>
                  <a:lnTo>
                    <a:pt x="25311" y="114300"/>
                  </a:lnTo>
                  <a:lnTo>
                    <a:pt x="20586" y="127000"/>
                  </a:lnTo>
                  <a:lnTo>
                    <a:pt x="16306" y="127000"/>
                  </a:lnTo>
                  <a:lnTo>
                    <a:pt x="12522" y="139700"/>
                  </a:lnTo>
                  <a:lnTo>
                    <a:pt x="9232" y="152400"/>
                  </a:lnTo>
                  <a:lnTo>
                    <a:pt x="6426" y="165100"/>
                  </a:lnTo>
                  <a:lnTo>
                    <a:pt x="4114" y="177800"/>
                  </a:lnTo>
                  <a:lnTo>
                    <a:pt x="2324" y="177800"/>
                  </a:lnTo>
                  <a:lnTo>
                    <a:pt x="1028" y="190500"/>
                  </a:lnTo>
                  <a:lnTo>
                    <a:pt x="266" y="203200"/>
                  </a:lnTo>
                  <a:lnTo>
                    <a:pt x="0" y="215900"/>
                  </a:lnTo>
                  <a:lnTo>
                    <a:pt x="0" y="1219200"/>
                  </a:lnTo>
                  <a:lnTo>
                    <a:pt x="266" y="1219200"/>
                  </a:lnTo>
                  <a:lnTo>
                    <a:pt x="1028" y="1231900"/>
                  </a:lnTo>
                  <a:lnTo>
                    <a:pt x="2324" y="1244600"/>
                  </a:lnTo>
                  <a:lnTo>
                    <a:pt x="4114" y="1257300"/>
                  </a:lnTo>
                  <a:lnTo>
                    <a:pt x="6426" y="1270000"/>
                  </a:lnTo>
                  <a:lnTo>
                    <a:pt x="9232" y="1282700"/>
                  </a:lnTo>
                  <a:lnTo>
                    <a:pt x="12522" y="1282700"/>
                  </a:lnTo>
                  <a:lnTo>
                    <a:pt x="16306" y="1295400"/>
                  </a:lnTo>
                  <a:lnTo>
                    <a:pt x="20586" y="1308100"/>
                  </a:lnTo>
                  <a:lnTo>
                    <a:pt x="25311" y="1320800"/>
                  </a:lnTo>
                  <a:lnTo>
                    <a:pt x="30492" y="1320800"/>
                  </a:lnTo>
                  <a:lnTo>
                    <a:pt x="36118" y="1333500"/>
                  </a:lnTo>
                  <a:lnTo>
                    <a:pt x="42189" y="1346200"/>
                  </a:lnTo>
                  <a:lnTo>
                    <a:pt x="48653" y="1346200"/>
                  </a:lnTo>
                  <a:lnTo>
                    <a:pt x="55511" y="1358900"/>
                  </a:lnTo>
                  <a:lnTo>
                    <a:pt x="62776" y="1371600"/>
                  </a:lnTo>
                  <a:lnTo>
                    <a:pt x="70408" y="1371600"/>
                  </a:lnTo>
                  <a:lnTo>
                    <a:pt x="78359" y="1384300"/>
                  </a:lnTo>
                  <a:lnTo>
                    <a:pt x="86652" y="1384300"/>
                  </a:lnTo>
                  <a:lnTo>
                    <a:pt x="95250" y="1397000"/>
                  </a:lnTo>
                  <a:lnTo>
                    <a:pt x="104152" y="1397000"/>
                  </a:lnTo>
                  <a:lnTo>
                    <a:pt x="113284" y="1409700"/>
                  </a:lnTo>
                  <a:lnTo>
                    <a:pt x="132295" y="1409700"/>
                  </a:lnTo>
                  <a:lnTo>
                    <a:pt x="142125" y="1422400"/>
                  </a:lnTo>
                  <a:lnTo>
                    <a:pt x="3153537" y="1422400"/>
                  </a:lnTo>
                  <a:lnTo>
                    <a:pt x="3163354" y="1409700"/>
                  </a:lnTo>
                  <a:lnTo>
                    <a:pt x="3182366" y="1409700"/>
                  </a:lnTo>
                  <a:lnTo>
                    <a:pt x="3191510" y="1397000"/>
                  </a:lnTo>
                  <a:lnTo>
                    <a:pt x="3200400" y="1397000"/>
                  </a:lnTo>
                  <a:lnTo>
                    <a:pt x="3209010" y="1384300"/>
                  </a:lnTo>
                  <a:lnTo>
                    <a:pt x="3217303" y="1384300"/>
                  </a:lnTo>
                  <a:lnTo>
                    <a:pt x="3225254" y="1371600"/>
                  </a:lnTo>
                  <a:lnTo>
                    <a:pt x="3232874" y="1371600"/>
                  </a:lnTo>
                  <a:lnTo>
                    <a:pt x="3240151" y="1358900"/>
                  </a:lnTo>
                  <a:lnTo>
                    <a:pt x="3247009" y="1346200"/>
                  </a:lnTo>
                  <a:lnTo>
                    <a:pt x="3253473" y="1346200"/>
                  </a:lnTo>
                  <a:lnTo>
                    <a:pt x="3259531" y="1333500"/>
                  </a:lnTo>
                  <a:lnTo>
                    <a:pt x="3265170" y="1320800"/>
                  </a:lnTo>
                  <a:lnTo>
                    <a:pt x="3270351" y="1320800"/>
                  </a:lnTo>
                  <a:lnTo>
                    <a:pt x="3275063" y="1308100"/>
                  </a:lnTo>
                  <a:lnTo>
                    <a:pt x="3279330" y="1295400"/>
                  </a:lnTo>
                  <a:lnTo>
                    <a:pt x="3283127" y="1282700"/>
                  </a:lnTo>
                  <a:lnTo>
                    <a:pt x="3286429" y="1282700"/>
                  </a:lnTo>
                  <a:lnTo>
                    <a:pt x="3293338" y="1244600"/>
                  </a:lnTo>
                  <a:lnTo>
                    <a:pt x="3295396" y="1219200"/>
                  </a:lnTo>
                  <a:lnTo>
                    <a:pt x="3295650" y="1219200"/>
                  </a:lnTo>
                  <a:lnTo>
                    <a:pt x="3295650" y="215900"/>
                  </a:lnTo>
                  <a:close/>
                </a:path>
              </a:pathLst>
            </a:custGeom>
            <a:solidFill>
              <a:srgbClr val="FFFFFF">
                <a:alpha val="25099"/>
              </a:srgbClr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8" name="object 18"/>
            <p:cNvSpPr/>
            <p:nvPr/>
          </p:nvSpPr>
          <p:spPr>
            <a:xfrm>
              <a:off x="4086224" y="3543299"/>
              <a:ext cx="3257550" cy="514350"/>
            </a:xfrm>
            <a:custGeom>
              <a:avLst/>
              <a:gdLst/>
              <a:ahLst/>
              <a:cxnLst/>
              <a:rect l="l" t="t" r="r" b="b"/>
              <a:pathLst>
                <a:path w="3257550" h="514350">
                  <a:moveTo>
                    <a:pt x="3062287" y="0"/>
                  </a:moveTo>
                  <a:lnTo>
                    <a:pt x="195262" y="0"/>
                  </a:lnTo>
                  <a:lnTo>
                    <a:pt x="176026" y="928"/>
                  </a:lnTo>
                  <a:lnTo>
                    <a:pt x="120535" y="14858"/>
                  </a:lnTo>
                  <a:lnTo>
                    <a:pt x="86756" y="32870"/>
                  </a:lnTo>
                  <a:lnTo>
                    <a:pt x="57188" y="57188"/>
                  </a:lnTo>
                  <a:lnTo>
                    <a:pt x="32870" y="86756"/>
                  </a:lnTo>
                  <a:lnTo>
                    <a:pt x="14858" y="120535"/>
                  </a:lnTo>
                  <a:lnTo>
                    <a:pt x="3714" y="157160"/>
                  </a:lnTo>
                  <a:lnTo>
                    <a:pt x="0" y="195262"/>
                  </a:lnTo>
                  <a:lnTo>
                    <a:pt x="0" y="514349"/>
                  </a:lnTo>
                  <a:lnTo>
                    <a:pt x="3257549" y="514349"/>
                  </a:lnTo>
                  <a:lnTo>
                    <a:pt x="3257549" y="195262"/>
                  </a:lnTo>
                  <a:lnTo>
                    <a:pt x="3253835" y="157160"/>
                  </a:lnTo>
                  <a:lnTo>
                    <a:pt x="3242690" y="120535"/>
                  </a:lnTo>
                  <a:lnTo>
                    <a:pt x="3224669" y="86756"/>
                  </a:lnTo>
                  <a:lnTo>
                    <a:pt x="3200361" y="57188"/>
                  </a:lnTo>
                  <a:lnTo>
                    <a:pt x="3170788" y="32870"/>
                  </a:lnTo>
                  <a:lnTo>
                    <a:pt x="3137014" y="14858"/>
                  </a:lnTo>
                  <a:lnTo>
                    <a:pt x="3100388" y="3714"/>
                  </a:lnTo>
                  <a:lnTo>
                    <a:pt x="3062287" y="0"/>
                  </a:lnTo>
                  <a:close/>
                </a:path>
              </a:pathLst>
            </a:custGeom>
            <a:solidFill>
              <a:srgbClr val="232323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9" name="object 19"/>
            <p:cNvSpPr/>
            <p:nvPr/>
          </p:nvSpPr>
          <p:spPr>
            <a:xfrm>
              <a:off x="4086224" y="4038599"/>
              <a:ext cx="3257550" cy="19050"/>
            </a:xfrm>
            <a:custGeom>
              <a:avLst/>
              <a:gdLst/>
              <a:ahLst/>
              <a:cxnLst/>
              <a:rect l="l" t="t" r="r" b="b"/>
              <a:pathLst>
                <a:path w="3257550" h="19050">
                  <a:moveTo>
                    <a:pt x="3257550" y="0"/>
                  </a:moveTo>
                  <a:lnTo>
                    <a:pt x="0" y="0"/>
                  </a:lnTo>
                  <a:lnTo>
                    <a:pt x="0" y="19050"/>
                  </a:lnTo>
                  <a:lnTo>
                    <a:pt x="3257550" y="19050"/>
                  </a:lnTo>
                  <a:lnTo>
                    <a:pt x="3257550" y="0"/>
                  </a:lnTo>
                  <a:close/>
                </a:path>
              </a:pathLst>
            </a:custGeom>
            <a:solidFill>
              <a:srgbClr val="FFFFFF">
                <a:alpha val="25099"/>
              </a:srgbClr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20" name="object 20"/>
            <p:cNvSpPr/>
            <p:nvPr/>
          </p:nvSpPr>
          <p:spPr>
            <a:xfrm>
              <a:off x="5591175" y="3675087"/>
              <a:ext cx="258445" cy="222250"/>
            </a:xfrm>
            <a:custGeom>
              <a:avLst/>
              <a:gdLst/>
              <a:ahLst/>
              <a:cxnLst/>
              <a:rect l="l" t="t" r="r" b="b"/>
              <a:pathLst>
                <a:path w="258445" h="222250">
                  <a:moveTo>
                    <a:pt x="149898" y="0"/>
                  </a:moveTo>
                  <a:lnTo>
                    <a:pt x="144043" y="0"/>
                  </a:lnTo>
                  <a:lnTo>
                    <a:pt x="136931" y="7124"/>
                  </a:lnTo>
                  <a:lnTo>
                    <a:pt x="136931" y="12979"/>
                  </a:lnTo>
                  <a:lnTo>
                    <a:pt x="225856" y="101917"/>
                  </a:lnTo>
                  <a:lnTo>
                    <a:pt x="4127" y="101917"/>
                  </a:lnTo>
                  <a:lnTo>
                    <a:pt x="0" y="106045"/>
                  </a:lnTo>
                  <a:lnTo>
                    <a:pt x="0" y="116154"/>
                  </a:lnTo>
                  <a:lnTo>
                    <a:pt x="4127" y="120281"/>
                  </a:lnTo>
                  <a:lnTo>
                    <a:pt x="225856" y="120281"/>
                  </a:lnTo>
                  <a:lnTo>
                    <a:pt x="136931" y="209207"/>
                  </a:lnTo>
                  <a:lnTo>
                    <a:pt x="136931" y="215074"/>
                  </a:lnTo>
                  <a:lnTo>
                    <a:pt x="144043" y="222186"/>
                  </a:lnTo>
                  <a:lnTo>
                    <a:pt x="149898" y="222186"/>
                  </a:lnTo>
                  <a:lnTo>
                    <a:pt x="258064" y="114033"/>
                  </a:lnTo>
                  <a:lnTo>
                    <a:pt x="258064" y="108165"/>
                  </a:lnTo>
                  <a:lnTo>
                    <a:pt x="149898" y="0"/>
                  </a:lnTo>
                  <a:close/>
                </a:path>
              </a:pathLst>
            </a:custGeom>
            <a:solidFill>
              <a:srgbClr val="E5E0DF"/>
            </a:solidFill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21" name="object 21"/>
          <p:cNvSpPr txBox="1"/>
          <p:nvPr/>
        </p:nvSpPr>
        <p:spPr>
          <a:xfrm>
            <a:off x="4244975" y="4211637"/>
            <a:ext cx="2880360" cy="549275"/>
          </a:xfrm>
          <a:prstGeom prst="rect">
            <a:avLst/>
          </a:prstGeom>
        </p:spPr>
        <p:txBody>
          <a:bodyPr vert="horz" wrap="square" lIns="0" tIns="1905" rIns="0" bIns="0" rtlCol="0">
            <a:spAutoFit/>
          </a:bodyPr>
          <a:lstStyle/>
          <a:p>
            <a:pPr marL="12700" marR="5080">
              <a:lnSpc>
                <a:spcPct val="106000"/>
              </a:lnSpc>
              <a:spcBef>
                <a:spcPts val="15"/>
              </a:spcBef>
            </a:pPr>
            <a:r>
              <a:rPr sz="1650" b="1" spc="-30" dirty="0">
                <a:solidFill>
                  <a:srgbClr val="E5E0DF"/>
                </a:solidFill>
                <a:latin typeface="Tahoma" panose="020B0604030504040204"/>
                <a:cs typeface="Tahoma" panose="020B0604030504040204"/>
              </a:rPr>
              <a:t>Real-</a:t>
            </a:r>
            <a:r>
              <a:rPr sz="1650" b="1" spc="-20" dirty="0">
                <a:solidFill>
                  <a:srgbClr val="E5E0DF"/>
                </a:solidFill>
                <a:latin typeface="Tahoma" panose="020B0604030504040204"/>
                <a:cs typeface="Tahoma" panose="020B0604030504040204"/>
              </a:rPr>
              <a:t>time</a:t>
            </a:r>
            <a:r>
              <a:rPr sz="1650" b="1" spc="-60" dirty="0">
                <a:solidFill>
                  <a:srgbClr val="E5E0DF"/>
                </a:solidFill>
                <a:latin typeface="Tahoma" panose="020B0604030504040204"/>
                <a:cs typeface="Tahoma" panose="020B0604030504040204"/>
              </a:rPr>
              <a:t> </a:t>
            </a:r>
            <a:r>
              <a:rPr sz="1650" b="1" spc="-10" dirty="0">
                <a:solidFill>
                  <a:srgbClr val="E5E0DF"/>
                </a:solidFill>
                <a:latin typeface="Tahoma" panose="020B0604030504040204"/>
                <a:cs typeface="Tahoma" panose="020B0604030504040204"/>
              </a:rPr>
              <a:t>transcription</a:t>
            </a:r>
            <a:r>
              <a:rPr sz="1650" b="1" spc="-55" dirty="0">
                <a:solidFill>
                  <a:srgbClr val="E5E0DF"/>
                </a:solidFill>
                <a:latin typeface="Tahoma" panose="020B0604030504040204"/>
                <a:cs typeface="Tahoma" panose="020B0604030504040204"/>
              </a:rPr>
              <a:t> </a:t>
            </a:r>
            <a:r>
              <a:rPr sz="1650" b="1" spc="-25" dirty="0">
                <a:solidFill>
                  <a:srgbClr val="E5E0DF"/>
                </a:solidFill>
                <a:latin typeface="Tahoma" panose="020B0604030504040204"/>
                <a:cs typeface="Tahoma" panose="020B0604030504040204"/>
              </a:rPr>
              <a:t>and </a:t>
            </a:r>
            <a:r>
              <a:rPr sz="1650" b="1" dirty="0">
                <a:solidFill>
                  <a:srgbClr val="E5E0DF"/>
                </a:solidFill>
                <a:latin typeface="Tahoma" panose="020B0604030504040204"/>
                <a:cs typeface="Tahoma" panose="020B0604030504040204"/>
              </a:rPr>
              <a:t>topic</a:t>
            </a:r>
            <a:r>
              <a:rPr sz="1650" b="1" spc="-95" dirty="0">
                <a:solidFill>
                  <a:srgbClr val="E5E0DF"/>
                </a:solidFill>
                <a:latin typeface="Tahoma" panose="020B0604030504040204"/>
                <a:cs typeface="Tahoma" panose="020B0604030504040204"/>
              </a:rPr>
              <a:t> </a:t>
            </a:r>
            <a:r>
              <a:rPr sz="1650" b="1" spc="-10" dirty="0">
                <a:solidFill>
                  <a:srgbClr val="E5E0DF"/>
                </a:solidFill>
                <a:latin typeface="Tahoma" panose="020B0604030504040204"/>
                <a:cs typeface="Tahoma" panose="020B0604030504040204"/>
              </a:rPr>
              <a:t>tracking.</a:t>
            </a:r>
            <a:endParaRPr sz="1650">
              <a:latin typeface="Tahoma" panose="020B0604030504040204"/>
              <a:cs typeface="Tahoma" panose="020B0604030504040204"/>
            </a:endParaRPr>
          </a:p>
        </p:txBody>
      </p:sp>
      <p:grpSp>
        <p:nvGrpSpPr>
          <p:cNvPr id="22" name="object 22"/>
          <p:cNvGrpSpPr/>
          <p:nvPr/>
        </p:nvGrpSpPr>
        <p:grpSpPr>
          <a:xfrm>
            <a:off x="7534274" y="3524250"/>
            <a:ext cx="3312160" cy="1445260"/>
            <a:chOff x="7534274" y="3524250"/>
            <a:chExt cx="3312160" cy="1445260"/>
          </a:xfrm>
        </p:grpSpPr>
        <p:sp>
          <p:nvSpPr>
            <p:cNvPr id="23" name="object 23"/>
            <p:cNvSpPr/>
            <p:nvPr/>
          </p:nvSpPr>
          <p:spPr>
            <a:xfrm>
              <a:off x="7560076" y="3550052"/>
              <a:ext cx="3286125" cy="1419225"/>
            </a:xfrm>
            <a:custGeom>
              <a:avLst/>
              <a:gdLst/>
              <a:ahLst/>
              <a:cxnLst/>
              <a:rect l="l" t="t" r="r" b="b"/>
              <a:pathLst>
                <a:path w="3286125" h="1419225">
                  <a:moveTo>
                    <a:pt x="0" y="1268573"/>
                  </a:moveTo>
                  <a:lnTo>
                    <a:pt x="18888" y="1311926"/>
                  </a:lnTo>
                  <a:lnTo>
                    <a:pt x="43374" y="1346089"/>
                  </a:lnTo>
                  <a:lnTo>
                    <a:pt x="74057" y="1374829"/>
                  </a:lnTo>
                  <a:lnTo>
                    <a:pt x="109744" y="1397029"/>
                  </a:lnTo>
                  <a:lnTo>
                    <a:pt x="149089" y="1411824"/>
                  </a:lnTo>
                  <a:lnTo>
                    <a:pt x="190567" y="1418670"/>
                  </a:lnTo>
                  <a:lnTo>
                    <a:pt x="197565" y="1419025"/>
                  </a:lnTo>
                  <a:lnTo>
                    <a:pt x="3078623" y="1419025"/>
                  </a:lnTo>
                  <a:lnTo>
                    <a:pt x="3120304" y="1413526"/>
                  </a:lnTo>
                  <a:lnTo>
                    <a:pt x="3160106" y="1400026"/>
                  </a:lnTo>
                  <a:lnTo>
                    <a:pt x="3173177" y="1393422"/>
                  </a:lnTo>
                  <a:lnTo>
                    <a:pt x="188510" y="1393422"/>
                  </a:lnTo>
                  <a:lnTo>
                    <a:pt x="178448" y="1393177"/>
                  </a:lnTo>
                  <a:lnTo>
                    <a:pt x="138738" y="1387285"/>
                  </a:lnTo>
                  <a:lnTo>
                    <a:pt x="100939" y="1373752"/>
                  </a:lnTo>
                  <a:lnTo>
                    <a:pt x="66503" y="1353112"/>
                  </a:lnTo>
                  <a:lnTo>
                    <a:pt x="36763" y="1326151"/>
                  </a:lnTo>
                  <a:lnTo>
                    <a:pt x="12850" y="1293908"/>
                  </a:lnTo>
                  <a:lnTo>
                    <a:pt x="3382" y="1276205"/>
                  </a:lnTo>
                  <a:lnTo>
                    <a:pt x="0" y="1268573"/>
                  </a:lnTo>
                  <a:close/>
                </a:path>
                <a:path w="3286125" h="1419225">
                  <a:moveTo>
                    <a:pt x="3135473" y="0"/>
                  </a:moveTo>
                  <a:lnTo>
                    <a:pt x="3169314" y="18241"/>
                  </a:lnTo>
                  <a:lnTo>
                    <a:pt x="3200340" y="43704"/>
                  </a:lnTo>
                  <a:lnTo>
                    <a:pt x="3225803" y="74730"/>
                  </a:lnTo>
                  <a:lnTo>
                    <a:pt x="3244739" y="110138"/>
                  </a:lnTo>
                  <a:lnTo>
                    <a:pt x="3256385" y="148555"/>
                  </a:lnTo>
                  <a:lnTo>
                    <a:pt x="3260322" y="188510"/>
                  </a:lnTo>
                  <a:lnTo>
                    <a:pt x="3260322" y="1188635"/>
                  </a:lnTo>
                  <a:lnTo>
                    <a:pt x="3256385" y="1228589"/>
                  </a:lnTo>
                  <a:lnTo>
                    <a:pt x="3244726" y="1267006"/>
                  </a:lnTo>
                  <a:lnTo>
                    <a:pt x="3225803" y="1302414"/>
                  </a:lnTo>
                  <a:lnTo>
                    <a:pt x="3200340" y="1333440"/>
                  </a:lnTo>
                  <a:lnTo>
                    <a:pt x="3169314" y="1358903"/>
                  </a:lnTo>
                  <a:lnTo>
                    <a:pt x="3133906" y="1377826"/>
                  </a:lnTo>
                  <a:lnTo>
                    <a:pt x="3095489" y="1389485"/>
                  </a:lnTo>
                  <a:lnTo>
                    <a:pt x="3055534" y="1393422"/>
                  </a:lnTo>
                  <a:lnTo>
                    <a:pt x="3173177" y="1393422"/>
                  </a:lnTo>
                  <a:lnTo>
                    <a:pt x="3212989" y="1365914"/>
                  </a:lnTo>
                  <a:lnTo>
                    <a:pt x="3241729" y="1335243"/>
                  </a:lnTo>
                  <a:lnTo>
                    <a:pt x="3263929" y="1299544"/>
                  </a:lnTo>
                  <a:lnTo>
                    <a:pt x="3278737" y="1260199"/>
                  </a:lnTo>
                  <a:lnTo>
                    <a:pt x="3285582" y="1218734"/>
                  </a:lnTo>
                  <a:lnTo>
                    <a:pt x="3285925" y="1211723"/>
                  </a:lnTo>
                  <a:lnTo>
                    <a:pt x="3285925" y="197565"/>
                  </a:lnTo>
                  <a:lnTo>
                    <a:pt x="3280439" y="155883"/>
                  </a:lnTo>
                  <a:lnTo>
                    <a:pt x="3266926" y="116081"/>
                  </a:lnTo>
                  <a:lnTo>
                    <a:pt x="3245895" y="79683"/>
                  </a:lnTo>
                  <a:lnTo>
                    <a:pt x="3218183" y="48073"/>
                  </a:lnTo>
                  <a:lnTo>
                    <a:pt x="3184833" y="22482"/>
                  </a:lnTo>
                  <a:lnTo>
                    <a:pt x="3147140" y="3902"/>
                  </a:lnTo>
                  <a:lnTo>
                    <a:pt x="3140536" y="1540"/>
                  </a:lnTo>
                  <a:lnTo>
                    <a:pt x="3135473" y="0"/>
                  </a:lnTo>
                  <a:close/>
                </a:path>
              </a:pathLst>
            </a:custGeom>
            <a:solidFill>
              <a:srgbClr val="FFFFFF">
                <a:alpha val="25099"/>
              </a:srgbClr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24" name="object 24"/>
            <p:cNvSpPr/>
            <p:nvPr/>
          </p:nvSpPr>
          <p:spPr>
            <a:xfrm>
              <a:off x="7534274" y="3524250"/>
              <a:ext cx="3295650" cy="1428750"/>
            </a:xfrm>
            <a:custGeom>
              <a:avLst/>
              <a:gdLst/>
              <a:ahLst/>
              <a:cxnLst/>
              <a:rect l="l" t="t" r="r" b="b"/>
              <a:pathLst>
                <a:path w="3295650" h="1428750">
                  <a:moveTo>
                    <a:pt x="3081337" y="0"/>
                  </a:moveTo>
                  <a:lnTo>
                    <a:pt x="214312" y="0"/>
                  </a:lnTo>
                  <a:lnTo>
                    <a:pt x="203784" y="257"/>
                  </a:lnTo>
                  <a:lnTo>
                    <a:pt x="162226" y="6421"/>
                  </a:lnTo>
                  <a:lnTo>
                    <a:pt x="122665" y="20579"/>
                  </a:lnTo>
                  <a:lnTo>
                    <a:pt x="86639" y="42178"/>
                  </a:lnTo>
                  <a:lnTo>
                    <a:pt x="55508" y="70398"/>
                  </a:lnTo>
                  <a:lnTo>
                    <a:pt x="30481" y="104144"/>
                  </a:lnTo>
                  <a:lnTo>
                    <a:pt x="12521" y="142123"/>
                  </a:lnTo>
                  <a:lnTo>
                    <a:pt x="2314" y="182881"/>
                  </a:lnTo>
                  <a:lnTo>
                    <a:pt x="0" y="214312"/>
                  </a:lnTo>
                  <a:lnTo>
                    <a:pt x="0" y="1214437"/>
                  </a:lnTo>
                  <a:lnTo>
                    <a:pt x="4114" y="1256245"/>
                  </a:lnTo>
                  <a:lnTo>
                    <a:pt x="16306" y="1296441"/>
                  </a:lnTo>
                  <a:lnTo>
                    <a:pt x="36118" y="1333499"/>
                  </a:lnTo>
                  <a:lnTo>
                    <a:pt x="62776" y="1365973"/>
                  </a:lnTo>
                  <a:lnTo>
                    <a:pt x="95249" y="1392631"/>
                  </a:lnTo>
                  <a:lnTo>
                    <a:pt x="132295" y="1412430"/>
                  </a:lnTo>
                  <a:lnTo>
                    <a:pt x="172504" y="1424622"/>
                  </a:lnTo>
                  <a:lnTo>
                    <a:pt x="214312" y="1428749"/>
                  </a:lnTo>
                  <a:lnTo>
                    <a:pt x="3081337" y="1428749"/>
                  </a:lnTo>
                  <a:lnTo>
                    <a:pt x="3123145" y="1424622"/>
                  </a:lnTo>
                  <a:lnTo>
                    <a:pt x="3163353" y="1412430"/>
                  </a:lnTo>
                  <a:lnTo>
                    <a:pt x="3200399" y="1392631"/>
                  </a:lnTo>
                  <a:lnTo>
                    <a:pt x="3232873" y="1365973"/>
                  </a:lnTo>
                  <a:lnTo>
                    <a:pt x="3259530" y="1333499"/>
                  </a:lnTo>
                  <a:lnTo>
                    <a:pt x="3279330" y="1296441"/>
                  </a:lnTo>
                  <a:lnTo>
                    <a:pt x="3291534" y="1256245"/>
                  </a:lnTo>
                  <a:lnTo>
                    <a:pt x="3295649" y="1214437"/>
                  </a:lnTo>
                  <a:lnTo>
                    <a:pt x="3295649" y="214312"/>
                  </a:lnTo>
                  <a:lnTo>
                    <a:pt x="3291534" y="172504"/>
                  </a:lnTo>
                  <a:lnTo>
                    <a:pt x="3279330" y="132295"/>
                  </a:lnTo>
                  <a:lnTo>
                    <a:pt x="3259530" y="95249"/>
                  </a:lnTo>
                  <a:lnTo>
                    <a:pt x="3232873" y="62776"/>
                  </a:lnTo>
                  <a:lnTo>
                    <a:pt x="3200399" y="36118"/>
                  </a:lnTo>
                  <a:lnTo>
                    <a:pt x="3163353" y="16306"/>
                  </a:lnTo>
                  <a:lnTo>
                    <a:pt x="3123145" y="4114"/>
                  </a:lnTo>
                  <a:lnTo>
                    <a:pt x="3081337" y="0"/>
                  </a:lnTo>
                  <a:close/>
                </a:path>
              </a:pathLst>
            </a:custGeom>
            <a:solidFill>
              <a:srgbClr val="040404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25" name="object 25"/>
            <p:cNvSpPr/>
            <p:nvPr/>
          </p:nvSpPr>
          <p:spPr>
            <a:xfrm>
              <a:off x="7534262" y="3530612"/>
              <a:ext cx="3295650" cy="1422400"/>
            </a:xfrm>
            <a:custGeom>
              <a:avLst/>
              <a:gdLst/>
              <a:ahLst/>
              <a:cxnLst/>
              <a:rect l="l" t="t" r="r" b="b"/>
              <a:pathLst>
                <a:path w="3295650" h="1422400">
                  <a:moveTo>
                    <a:pt x="3295650" y="215900"/>
                  </a:moveTo>
                  <a:lnTo>
                    <a:pt x="3295396" y="203200"/>
                  </a:lnTo>
                  <a:lnTo>
                    <a:pt x="3294621" y="190500"/>
                  </a:lnTo>
                  <a:lnTo>
                    <a:pt x="3293338" y="177800"/>
                  </a:lnTo>
                  <a:lnTo>
                    <a:pt x="3291535" y="177800"/>
                  </a:lnTo>
                  <a:lnTo>
                    <a:pt x="3289223" y="165100"/>
                  </a:lnTo>
                  <a:lnTo>
                    <a:pt x="3286429" y="152400"/>
                  </a:lnTo>
                  <a:lnTo>
                    <a:pt x="3283127" y="139700"/>
                  </a:lnTo>
                  <a:lnTo>
                    <a:pt x="3279330" y="127000"/>
                  </a:lnTo>
                  <a:lnTo>
                    <a:pt x="3276600" y="127000"/>
                  </a:lnTo>
                  <a:lnTo>
                    <a:pt x="3276600" y="543128"/>
                  </a:lnTo>
                  <a:lnTo>
                    <a:pt x="3276600" y="1219200"/>
                  </a:lnTo>
                  <a:lnTo>
                    <a:pt x="3276371" y="1219200"/>
                  </a:lnTo>
                  <a:lnTo>
                    <a:pt x="3275660" y="1231900"/>
                  </a:lnTo>
                  <a:lnTo>
                    <a:pt x="3274491" y="1244600"/>
                  </a:lnTo>
                  <a:lnTo>
                    <a:pt x="3272840" y="1257300"/>
                  </a:lnTo>
                  <a:lnTo>
                    <a:pt x="3270745" y="1257300"/>
                  </a:lnTo>
                  <a:lnTo>
                    <a:pt x="3268192" y="1270000"/>
                  </a:lnTo>
                  <a:lnTo>
                    <a:pt x="3265195" y="1282700"/>
                  </a:lnTo>
                  <a:lnTo>
                    <a:pt x="3261741" y="1295400"/>
                  </a:lnTo>
                  <a:lnTo>
                    <a:pt x="3257854" y="1295400"/>
                  </a:lnTo>
                  <a:lnTo>
                    <a:pt x="3253549" y="1308100"/>
                  </a:lnTo>
                  <a:lnTo>
                    <a:pt x="3248837" y="1320800"/>
                  </a:lnTo>
                  <a:lnTo>
                    <a:pt x="3243694" y="1320800"/>
                  </a:lnTo>
                  <a:lnTo>
                    <a:pt x="3238169" y="1333500"/>
                  </a:lnTo>
                  <a:lnTo>
                    <a:pt x="3232289" y="1333500"/>
                  </a:lnTo>
                  <a:lnTo>
                    <a:pt x="3226041" y="1346200"/>
                  </a:lnTo>
                  <a:lnTo>
                    <a:pt x="3219412" y="1346200"/>
                  </a:lnTo>
                  <a:lnTo>
                    <a:pt x="3212465" y="1358900"/>
                  </a:lnTo>
                  <a:lnTo>
                    <a:pt x="3205213" y="1371600"/>
                  </a:lnTo>
                  <a:lnTo>
                    <a:pt x="3189821" y="1371600"/>
                  </a:lnTo>
                  <a:lnTo>
                    <a:pt x="3181718" y="1384300"/>
                  </a:lnTo>
                  <a:lnTo>
                    <a:pt x="3173387" y="1384300"/>
                  </a:lnTo>
                  <a:lnTo>
                    <a:pt x="3164840" y="1397000"/>
                  </a:lnTo>
                  <a:lnTo>
                    <a:pt x="3138017" y="1397000"/>
                  </a:lnTo>
                  <a:lnTo>
                    <a:pt x="3128797" y="1409700"/>
                  </a:lnTo>
                  <a:lnTo>
                    <a:pt x="166852" y="1409700"/>
                  </a:lnTo>
                  <a:lnTo>
                    <a:pt x="157632" y="1397000"/>
                  </a:lnTo>
                  <a:lnTo>
                    <a:pt x="130822" y="1397000"/>
                  </a:lnTo>
                  <a:lnTo>
                    <a:pt x="122275" y="1384300"/>
                  </a:lnTo>
                  <a:lnTo>
                    <a:pt x="113944" y="1384300"/>
                  </a:lnTo>
                  <a:lnTo>
                    <a:pt x="105829" y="1371600"/>
                  </a:lnTo>
                  <a:lnTo>
                    <a:pt x="90449" y="1371600"/>
                  </a:lnTo>
                  <a:lnTo>
                    <a:pt x="83197" y="1358900"/>
                  </a:lnTo>
                  <a:lnTo>
                    <a:pt x="76238" y="1346200"/>
                  </a:lnTo>
                  <a:lnTo>
                    <a:pt x="69621" y="1346200"/>
                  </a:lnTo>
                  <a:lnTo>
                    <a:pt x="63373" y="1333500"/>
                  </a:lnTo>
                  <a:lnTo>
                    <a:pt x="57480" y="1333500"/>
                  </a:lnTo>
                  <a:lnTo>
                    <a:pt x="51955" y="1320800"/>
                  </a:lnTo>
                  <a:lnTo>
                    <a:pt x="46824" y="1320800"/>
                  </a:lnTo>
                  <a:lnTo>
                    <a:pt x="42113" y="1308100"/>
                  </a:lnTo>
                  <a:lnTo>
                    <a:pt x="37807" y="1295400"/>
                  </a:lnTo>
                  <a:lnTo>
                    <a:pt x="33909" y="1295400"/>
                  </a:lnTo>
                  <a:lnTo>
                    <a:pt x="30467" y="1282700"/>
                  </a:lnTo>
                  <a:lnTo>
                    <a:pt x="27457" y="1270000"/>
                  </a:lnTo>
                  <a:lnTo>
                    <a:pt x="24904" y="1257300"/>
                  </a:lnTo>
                  <a:lnTo>
                    <a:pt x="22796" y="1257300"/>
                  </a:lnTo>
                  <a:lnTo>
                    <a:pt x="21158" y="1244600"/>
                  </a:lnTo>
                  <a:lnTo>
                    <a:pt x="19989" y="1231900"/>
                  </a:lnTo>
                  <a:lnTo>
                    <a:pt x="19291" y="1219200"/>
                  </a:lnTo>
                  <a:lnTo>
                    <a:pt x="19050" y="1219200"/>
                  </a:lnTo>
                  <a:lnTo>
                    <a:pt x="19050" y="215900"/>
                  </a:lnTo>
                  <a:lnTo>
                    <a:pt x="19291" y="203200"/>
                  </a:lnTo>
                  <a:lnTo>
                    <a:pt x="19989" y="190500"/>
                  </a:lnTo>
                  <a:lnTo>
                    <a:pt x="21158" y="190500"/>
                  </a:lnTo>
                  <a:lnTo>
                    <a:pt x="22796" y="177800"/>
                  </a:lnTo>
                  <a:lnTo>
                    <a:pt x="24904" y="165100"/>
                  </a:lnTo>
                  <a:lnTo>
                    <a:pt x="27457" y="152400"/>
                  </a:lnTo>
                  <a:lnTo>
                    <a:pt x="30467" y="152400"/>
                  </a:lnTo>
                  <a:lnTo>
                    <a:pt x="33909" y="139700"/>
                  </a:lnTo>
                  <a:lnTo>
                    <a:pt x="37807" y="127000"/>
                  </a:lnTo>
                  <a:lnTo>
                    <a:pt x="42113" y="127000"/>
                  </a:lnTo>
                  <a:lnTo>
                    <a:pt x="46824" y="114300"/>
                  </a:lnTo>
                  <a:lnTo>
                    <a:pt x="51955" y="101600"/>
                  </a:lnTo>
                  <a:lnTo>
                    <a:pt x="57480" y="101600"/>
                  </a:lnTo>
                  <a:lnTo>
                    <a:pt x="63373" y="88900"/>
                  </a:lnTo>
                  <a:lnTo>
                    <a:pt x="69621" y="88900"/>
                  </a:lnTo>
                  <a:lnTo>
                    <a:pt x="76238" y="76200"/>
                  </a:lnTo>
                  <a:lnTo>
                    <a:pt x="83197" y="63500"/>
                  </a:lnTo>
                  <a:lnTo>
                    <a:pt x="97993" y="63500"/>
                  </a:lnTo>
                  <a:lnTo>
                    <a:pt x="105829" y="50800"/>
                  </a:lnTo>
                  <a:lnTo>
                    <a:pt x="113944" y="50800"/>
                  </a:lnTo>
                  <a:lnTo>
                    <a:pt x="122275" y="38100"/>
                  </a:lnTo>
                  <a:lnTo>
                    <a:pt x="139585" y="38100"/>
                  </a:lnTo>
                  <a:lnTo>
                    <a:pt x="148539" y="25400"/>
                  </a:lnTo>
                  <a:lnTo>
                    <a:pt x="3147110" y="25400"/>
                  </a:lnTo>
                  <a:lnTo>
                    <a:pt x="3155797" y="37731"/>
                  </a:lnTo>
                  <a:lnTo>
                    <a:pt x="3154108" y="37160"/>
                  </a:lnTo>
                  <a:lnTo>
                    <a:pt x="3156039" y="38074"/>
                  </a:lnTo>
                  <a:lnTo>
                    <a:pt x="3168980" y="44170"/>
                  </a:lnTo>
                  <a:lnTo>
                    <a:pt x="3184550" y="53492"/>
                  </a:lnTo>
                  <a:lnTo>
                    <a:pt x="3197364" y="63017"/>
                  </a:lnTo>
                  <a:lnTo>
                    <a:pt x="3197669" y="63500"/>
                  </a:lnTo>
                  <a:lnTo>
                    <a:pt x="3198012" y="63500"/>
                  </a:lnTo>
                  <a:lnTo>
                    <a:pt x="3235807" y="104749"/>
                  </a:lnTo>
                  <a:lnTo>
                    <a:pt x="3259124" y="154114"/>
                  </a:lnTo>
                  <a:lnTo>
                    <a:pt x="3267075" y="207962"/>
                  </a:lnTo>
                  <a:lnTo>
                    <a:pt x="3267075" y="517525"/>
                  </a:lnTo>
                  <a:lnTo>
                    <a:pt x="35128" y="517525"/>
                  </a:lnTo>
                  <a:lnTo>
                    <a:pt x="35128" y="543128"/>
                  </a:lnTo>
                  <a:lnTo>
                    <a:pt x="3276600" y="543128"/>
                  </a:lnTo>
                  <a:lnTo>
                    <a:pt x="3276600" y="127000"/>
                  </a:lnTo>
                  <a:lnTo>
                    <a:pt x="3275063" y="127000"/>
                  </a:lnTo>
                  <a:lnTo>
                    <a:pt x="3270351" y="114300"/>
                  </a:lnTo>
                  <a:lnTo>
                    <a:pt x="3265170" y="101600"/>
                  </a:lnTo>
                  <a:lnTo>
                    <a:pt x="3259531" y="101600"/>
                  </a:lnTo>
                  <a:lnTo>
                    <a:pt x="3253473" y="88900"/>
                  </a:lnTo>
                  <a:lnTo>
                    <a:pt x="3247009" y="76200"/>
                  </a:lnTo>
                  <a:lnTo>
                    <a:pt x="3240151" y="76200"/>
                  </a:lnTo>
                  <a:lnTo>
                    <a:pt x="3232874" y="63500"/>
                  </a:lnTo>
                  <a:lnTo>
                    <a:pt x="3225254" y="50800"/>
                  </a:lnTo>
                  <a:lnTo>
                    <a:pt x="3217303" y="50800"/>
                  </a:lnTo>
                  <a:lnTo>
                    <a:pt x="3215043" y="47345"/>
                  </a:lnTo>
                  <a:lnTo>
                    <a:pt x="3215043" y="68237"/>
                  </a:lnTo>
                  <a:lnTo>
                    <a:pt x="3213735" y="67208"/>
                  </a:lnTo>
                  <a:lnTo>
                    <a:pt x="3208464" y="63500"/>
                  </a:lnTo>
                  <a:lnTo>
                    <a:pt x="3212465" y="63500"/>
                  </a:lnTo>
                  <a:lnTo>
                    <a:pt x="3215043" y="68237"/>
                  </a:lnTo>
                  <a:lnTo>
                    <a:pt x="3215043" y="47345"/>
                  </a:lnTo>
                  <a:lnTo>
                    <a:pt x="3209010" y="38100"/>
                  </a:lnTo>
                  <a:lnTo>
                    <a:pt x="3200400" y="38100"/>
                  </a:lnTo>
                  <a:lnTo>
                    <a:pt x="3191510" y="25400"/>
                  </a:lnTo>
                  <a:lnTo>
                    <a:pt x="3190976" y="25400"/>
                  </a:lnTo>
                  <a:lnTo>
                    <a:pt x="3190976" y="52679"/>
                  </a:lnTo>
                  <a:lnTo>
                    <a:pt x="3189465" y="51816"/>
                  </a:lnTo>
                  <a:lnTo>
                    <a:pt x="3187433" y="50800"/>
                  </a:lnTo>
                  <a:lnTo>
                    <a:pt x="3189821" y="50800"/>
                  </a:lnTo>
                  <a:lnTo>
                    <a:pt x="3190976" y="52679"/>
                  </a:lnTo>
                  <a:lnTo>
                    <a:pt x="3190976" y="25400"/>
                  </a:lnTo>
                  <a:lnTo>
                    <a:pt x="3179000" y="25400"/>
                  </a:lnTo>
                  <a:lnTo>
                    <a:pt x="3179000" y="46685"/>
                  </a:lnTo>
                  <a:lnTo>
                    <a:pt x="3172129" y="43637"/>
                  </a:lnTo>
                  <a:lnTo>
                    <a:pt x="3163189" y="40182"/>
                  </a:lnTo>
                  <a:lnTo>
                    <a:pt x="3156928" y="38100"/>
                  </a:lnTo>
                  <a:lnTo>
                    <a:pt x="3173387" y="38100"/>
                  </a:lnTo>
                  <a:lnTo>
                    <a:pt x="3179000" y="46685"/>
                  </a:lnTo>
                  <a:lnTo>
                    <a:pt x="3179000" y="25400"/>
                  </a:lnTo>
                  <a:lnTo>
                    <a:pt x="3172980" y="25400"/>
                  </a:lnTo>
                  <a:lnTo>
                    <a:pt x="3163354" y="12700"/>
                  </a:lnTo>
                  <a:lnTo>
                    <a:pt x="3133433" y="12700"/>
                  </a:lnTo>
                  <a:lnTo>
                    <a:pt x="3123146" y="0"/>
                  </a:lnTo>
                  <a:lnTo>
                    <a:pt x="172504" y="0"/>
                  </a:lnTo>
                  <a:lnTo>
                    <a:pt x="162229" y="12700"/>
                  </a:lnTo>
                  <a:lnTo>
                    <a:pt x="132295" y="12700"/>
                  </a:lnTo>
                  <a:lnTo>
                    <a:pt x="122669" y="25400"/>
                  </a:lnTo>
                  <a:lnTo>
                    <a:pt x="104152" y="25400"/>
                  </a:lnTo>
                  <a:lnTo>
                    <a:pt x="95250" y="38100"/>
                  </a:lnTo>
                  <a:lnTo>
                    <a:pt x="86639" y="38100"/>
                  </a:lnTo>
                  <a:lnTo>
                    <a:pt x="78359" y="50800"/>
                  </a:lnTo>
                  <a:lnTo>
                    <a:pt x="70408" y="50800"/>
                  </a:lnTo>
                  <a:lnTo>
                    <a:pt x="62776" y="63500"/>
                  </a:lnTo>
                  <a:lnTo>
                    <a:pt x="55511" y="76200"/>
                  </a:lnTo>
                  <a:lnTo>
                    <a:pt x="48653" y="76200"/>
                  </a:lnTo>
                  <a:lnTo>
                    <a:pt x="42189" y="88900"/>
                  </a:lnTo>
                  <a:lnTo>
                    <a:pt x="36118" y="101600"/>
                  </a:lnTo>
                  <a:lnTo>
                    <a:pt x="30492" y="101600"/>
                  </a:lnTo>
                  <a:lnTo>
                    <a:pt x="25311" y="114300"/>
                  </a:lnTo>
                  <a:lnTo>
                    <a:pt x="20586" y="127000"/>
                  </a:lnTo>
                  <a:lnTo>
                    <a:pt x="16306" y="127000"/>
                  </a:lnTo>
                  <a:lnTo>
                    <a:pt x="12522" y="139700"/>
                  </a:lnTo>
                  <a:lnTo>
                    <a:pt x="9232" y="152400"/>
                  </a:lnTo>
                  <a:lnTo>
                    <a:pt x="6426" y="165100"/>
                  </a:lnTo>
                  <a:lnTo>
                    <a:pt x="4114" y="177800"/>
                  </a:lnTo>
                  <a:lnTo>
                    <a:pt x="2324" y="177800"/>
                  </a:lnTo>
                  <a:lnTo>
                    <a:pt x="1028" y="190500"/>
                  </a:lnTo>
                  <a:lnTo>
                    <a:pt x="266" y="203200"/>
                  </a:lnTo>
                  <a:lnTo>
                    <a:pt x="0" y="215900"/>
                  </a:lnTo>
                  <a:lnTo>
                    <a:pt x="0" y="1219200"/>
                  </a:lnTo>
                  <a:lnTo>
                    <a:pt x="266" y="1219200"/>
                  </a:lnTo>
                  <a:lnTo>
                    <a:pt x="1028" y="1231900"/>
                  </a:lnTo>
                  <a:lnTo>
                    <a:pt x="2324" y="1244600"/>
                  </a:lnTo>
                  <a:lnTo>
                    <a:pt x="4114" y="1257300"/>
                  </a:lnTo>
                  <a:lnTo>
                    <a:pt x="6426" y="1270000"/>
                  </a:lnTo>
                  <a:lnTo>
                    <a:pt x="9232" y="1282700"/>
                  </a:lnTo>
                  <a:lnTo>
                    <a:pt x="12522" y="1282700"/>
                  </a:lnTo>
                  <a:lnTo>
                    <a:pt x="16306" y="1295400"/>
                  </a:lnTo>
                  <a:lnTo>
                    <a:pt x="20586" y="1308100"/>
                  </a:lnTo>
                  <a:lnTo>
                    <a:pt x="25311" y="1320800"/>
                  </a:lnTo>
                  <a:lnTo>
                    <a:pt x="30492" y="1320800"/>
                  </a:lnTo>
                  <a:lnTo>
                    <a:pt x="36118" y="1333500"/>
                  </a:lnTo>
                  <a:lnTo>
                    <a:pt x="42189" y="1346200"/>
                  </a:lnTo>
                  <a:lnTo>
                    <a:pt x="48653" y="1346200"/>
                  </a:lnTo>
                  <a:lnTo>
                    <a:pt x="55511" y="1358900"/>
                  </a:lnTo>
                  <a:lnTo>
                    <a:pt x="62776" y="1371600"/>
                  </a:lnTo>
                  <a:lnTo>
                    <a:pt x="70408" y="1371600"/>
                  </a:lnTo>
                  <a:lnTo>
                    <a:pt x="78359" y="1384300"/>
                  </a:lnTo>
                  <a:lnTo>
                    <a:pt x="86639" y="1384300"/>
                  </a:lnTo>
                  <a:lnTo>
                    <a:pt x="95250" y="1397000"/>
                  </a:lnTo>
                  <a:lnTo>
                    <a:pt x="104152" y="1397000"/>
                  </a:lnTo>
                  <a:lnTo>
                    <a:pt x="113284" y="1409700"/>
                  </a:lnTo>
                  <a:lnTo>
                    <a:pt x="132295" y="1409700"/>
                  </a:lnTo>
                  <a:lnTo>
                    <a:pt x="142125" y="1422400"/>
                  </a:lnTo>
                  <a:lnTo>
                    <a:pt x="3153537" y="1422400"/>
                  </a:lnTo>
                  <a:lnTo>
                    <a:pt x="3163354" y="1409700"/>
                  </a:lnTo>
                  <a:lnTo>
                    <a:pt x="3182366" y="1409700"/>
                  </a:lnTo>
                  <a:lnTo>
                    <a:pt x="3191510" y="1397000"/>
                  </a:lnTo>
                  <a:lnTo>
                    <a:pt x="3200400" y="1397000"/>
                  </a:lnTo>
                  <a:lnTo>
                    <a:pt x="3209010" y="1384300"/>
                  </a:lnTo>
                  <a:lnTo>
                    <a:pt x="3217303" y="1384300"/>
                  </a:lnTo>
                  <a:lnTo>
                    <a:pt x="3225254" y="1371600"/>
                  </a:lnTo>
                  <a:lnTo>
                    <a:pt x="3232874" y="1371600"/>
                  </a:lnTo>
                  <a:lnTo>
                    <a:pt x="3240151" y="1358900"/>
                  </a:lnTo>
                  <a:lnTo>
                    <a:pt x="3247009" y="1346200"/>
                  </a:lnTo>
                  <a:lnTo>
                    <a:pt x="3253473" y="1346200"/>
                  </a:lnTo>
                  <a:lnTo>
                    <a:pt x="3259531" y="1333500"/>
                  </a:lnTo>
                  <a:lnTo>
                    <a:pt x="3265170" y="1320800"/>
                  </a:lnTo>
                  <a:lnTo>
                    <a:pt x="3270351" y="1320800"/>
                  </a:lnTo>
                  <a:lnTo>
                    <a:pt x="3275063" y="1308100"/>
                  </a:lnTo>
                  <a:lnTo>
                    <a:pt x="3279330" y="1295400"/>
                  </a:lnTo>
                  <a:lnTo>
                    <a:pt x="3283127" y="1282700"/>
                  </a:lnTo>
                  <a:lnTo>
                    <a:pt x="3286429" y="1282700"/>
                  </a:lnTo>
                  <a:lnTo>
                    <a:pt x="3293338" y="1244600"/>
                  </a:lnTo>
                  <a:lnTo>
                    <a:pt x="3295396" y="1219200"/>
                  </a:lnTo>
                  <a:lnTo>
                    <a:pt x="3295650" y="1219200"/>
                  </a:lnTo>
                  <a:lnTo>
                    <a:pt x="3295650" y="215900"/>
                  </a:lnTo>
                  <a:close/>
                </a:path>
              </a:pathLst>
            </a:custGeom>
            <a:solidFill>
              <a:srgbClr val="FFFFFF">
                <a:alpha val="25099"/>
              </a:srgbClr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26" name="object 26"/>
            <p:cNvSpPr/>
            <p:nvPr/>
          </p:nvSpPr>
          <p:spPr>
            <a:xfrm>
              <a:off x="7553324" y="3543299"/>
              <a:ext cx="3257550" cy="514350"/>
            </a:xfrm>
            <a:custGeom>
              <a:avLst/>
              <a:gdLst/>
              <a:ahLst/>
              <a:cxnLst/>
              <a:rect l="l" t="t" r="r" b="b"/>
              <a:pathLst>
                <a:path w="3257550" h="514350">
                  <a:moveTo>
                    <a:pt x="3062287" y="0"/>
                  </a:moveTo>
                  <a:lnTo>
                    <a:pt x="195262" y="0"/>
                  </a:lnTo>
                  <a:lnTo>
                    <a:pt x="176026" y="928"/>
                  </a:lnTo>
                  <a:lnTo>
                    <a:pt x="120535" y="14858"/>
                  </a:lnTo>
                  <a:lnTo>
                    <a:pt x="86756" y="32870"/>
                  </a:lnTo>
                  <a:lnTo>
                    <a:pt x="57188" y="57188"/>
                  </a:lnTo>
                  <a:lnTo>
                    <a:pt x="32870" y="86756"/>
                  </a:lnTo>
                  <a:lnTo>
                    <a:pt x="14858" y="120535"/>
                  </a:lnTo>
                  <a:lnTo>
                    <a:pt x="3714" y="157160"/>
                  </a:lnTo>
                  <a:lnTo>
                    <a:pt x="0" y="195262"/>
                  </a:lnTo>
                  <a:lnTo>
                    <a:pt x="0" y="514349"/>
                  </a:lnTo>
                  <a:lnTo>
                    <a:pt x="3257549" y="514349"/>
                  </a:lnTo>
                  <a:lnTo>
                    <a:pt x="3257549" y="195262"/>
                  </a:lnTo>
                  <a:lnTo>
                    <a:pt x="3253835" y="157160"/>
                  </a:lnTo>
                  <a:lnTo>
                    <a:pt x="3242690" y="120535"/>
                  </a:lnTo>
                  <a:lnTo>
                    <a:pt x="3224669" y="86756"/>
                  </a:lnTo>
                  <a:lnTo>
                    <a:pt x="3200361" y="57188"/>
                  </a:lnTo>
                  <a:lnTo>
                    <a:pt x="3170788" y="32870"/>
                  </a:lnTo>
                  <a:lnTo>
                    <a:pt x="3137014" y="14858"/>
                  </a:lnTo>
                  <a:lnTo>
                    <a:pt x="3100388" y="3714"/>
                  </a:lnTo>
                  <a:lnTo>
                    <a:pt x="3062287" y="0"/>
                  </a:lnTo>
                  <a:close/>
                </a:path>
              </a:pathLst>
            </a:custGeom>
            <a:solidFill>
              <a:srgbClr val="232323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27" name="object 27"/>
            <p:cNvSpPr/>
            <p:nvPr/>
          </p:nvSpPr>
          <p:spPr>
            <a:xfrm>
              <a:off x="7553324" y="4038599"/>
              <a:ext cx="3257550" cy="19050"/>
            </a:xfrm>
            <a:custGeom>
              <a:avLst/>
              <a:gdLst/>
              <a:ahLst/>
              <a:cxnLst/>
              <a:rect l="l" t="t" r="r" b="b"/>
              <a:pathLst>
                <a:path w="3257550" h="19050">
                  <a:moveTo>
                    <a:pt x="3257550" y="0"/>
                  </a:moveTo>
                  <a:lnTo>
                    <a:pt x="0" y="0"/>
                  </a:lnTo>
                  <a:lnTo>
                    <a:pt x="0" y="19050"/>
                  </a:lnTo>
                  <a:lnTo>
                    <a:pt x="3257550" y="19050"/>
                  </a:lnTo>
                  <a:lnTo>
                    <a:pt x="3257550" y="0"/>
                  </a:lnTo>
                  <a:close/>
                </a:path>
              </a:pathLst>
            </a:custGeom>
            <a:solidFill>
              <a:srgbClr val="FFFFFF">
                <a:alpha val="25099"/>
              </a:srgbClr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28" name="object 28"/>
            <p:cNvSpPr/>
            <p:nvPr/>
          </p:nvSpPr>
          <p:spPr>
            <a:xfrm>
              <a:off x="9058275" y="3675087"/>
              <a:ext cx="258445" cy="222250"/>
            </a:xfrm>
            <a:custGeom>
              <a:avLst/>
              <a:gdLst/>
              <a:ahLst/>
              <a:cxnLst/>
              <a:rect l="l" t="t" r="r" b="b"/>
              <a:pathLst>
                <a:path w="258445" h="222250">
                  <a:moveTo>
                    <a:pt x="149898" y="0"/>
                  </a:moveTo>
                  <a:lnTo>
                    <a:pt x="144043" y="0"/>
                  </a:lnTo>
                  <a:lnTo>
                    <a:pt x="136931" y="7124"/>
                  </a:lnTo>
                  <a:lnTo>
                    <a:pt x="136931" y="12979"/>
                  </a:lnTo>
                  <a:lnTo>
                    <a:pt x="225856" y="101917"/>
                  </a:lnTo>
                  <a:lnTo>
                    <a:pt x="4127" y="101917"/>
                  </a:lnTo>
                  <a:lnTo>
                    <a:pt x="0" y="106045"/>
                  </a:lnTo>
                  <a:lnTo>
                    <a:pt x="0" y="116154"/>
                  </a:lnTo>
                  <a:lnTo>
                    <a:pt x="4127" y="120281"/>
                  </a:lnTo>
                  <a:lnTo>
                    <a:pt x="225856" y="120281"/>
                  </a:lnTo>
                  <a:lnTo>
                    <a:pt x="136931" y="209207"/>
                  </a:lnTo>
                  <a:lnTo>
                    <a:pt x="136931" y="215074"/>
                  </a:lnTo>
                  <a:lnTo>
                    <a:pt x="144043" y="222186"/>
                  </a:lnTo>
                  <a:lnTo>
                    <a:pt x="149898" y="222186"/>
                  </a:lnTo>
                  <a:lnTo>
                    <a:pt x="258064" y="114033"/>
                  </a:lnTo>
                  <a:lnTo>
                    <a:pt x="258064" y="108165"/>
                  </a:lnTo>
                  <a:lnTo>
                    <a:pt x="149898" y="0"/>
                  </a:lnTo>
                  <a:close/>
                </a:path>
              </a:pathLst>
            </a:custGeom>
            <a:solidFill>
              <a:srgbClr val="E5E0DF"/>
            </a:solidFill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29" name="object 29"/>
          <p:cNvSpPr txBox="1"/>
          <p:nvPr/>
        </p:nvSpPr>
        <p:spPr>
          <a:xfrm>
            <a:off x="7712075" y="4211637"/>
            <a:ext cx="2575560" cy="549275"/>
          </a:xfrm>
          <a:prstGeom prst="rect">
            <a:avLst/>
          </a:prstGeom>
        </p:spPr>
        <p:txBody>
          <a:bodyPr vert="horz" wrap="square" lIns="0" tIns="1905" rIns="0" bIns="0" rtlCol="0">
            <a:spAutoFit/>
          </a:bodyPr>
          <a:lstStyle/>
          <a:p>
            <a:pPr marL="12700" marR="5080">
              <a:lnSpc>
                <a:spcPct val="106000"/>
              </a:lnSpc>
              <a:spcBef>
                <a:spcPts val="15"/>
              </a:spcBef>
            </a:pPr>
            <a:r>
              <a:rPr sz="1650" b="1" spc="-55" dirty="0">
                <a:solidFill>
                  <a:srgbClr val="E5E0DF"/>
                </a:solidFill>
                <a:latin typeface="Tahoma" panose="020B0604030504040204"/>
                <a:cs typeface="Tahoma" panose="020B0604030504040204"/>
              </a:rPr>
              <a:t>Integration </a:t>
            </a:r>
            <a:r>
              <a:rPr sz="1650" b="1" spc="-50" dirty="0">
                <a:solidFill>
                  <a:srgbClr val="E5E0DF"/>
                </a:solidFill>
                <a:latin typeface="Tahoma" panose="020B0604030504040204"/>
                <a:cs typeface="Tahoma" panose="020B0604030504040204"/>
              </a:rPr>
              <a:t>with </a:t>
            </a:r>
            <a:r>
              <a:rPr sz="1650" b="1" spc="-10" dirty="0">
                <a:solidFill>
                  <a:srgbClr val="E5E0DF"/>
                </a:solidFill>
                <a:latin typeface="Tahoma" panose="020B0604030504040204"/>
                <a:cs typeface="Tahoma" panose="020B0604030504040204"/>
              </a:rPr>
              <a:t>podcast </a:t>
            </a:r>
            <a:r>
              <a:rPr sz="1650" b="1" spc="-20" dirty="0">
                <a:solidFill>
                  <a:srgbClr val="E5E0DF"/>
                </a:solidFill>
                <a:latin typeface="Tahoma" panose="020B0604030504040204"/>
                <a:cs typeface="Tahoma" panose="020B0604030504040204"/>
              </a:rPr>
              <a:t>platforms</a:t>
            </a:r>
            <a:r>
              <a:rPr sz="1650" b="1" spc="-70" dirty="0">
                <a:solidFill>
                  <a:srgbClr val="E5E0DF"/>
                </a:solidFill>
                <a:latin typeface="Tahoma" panose="020B0604030504040204"/>
                <a:cs typeface="Tahoma" panose="020B0604030504040204"/>
              </a:rPr>
              <a:t> </a:t>
            </a:r>
            <a:r>
              <a:rPr sz="1650" b="1" dirty="0">
                <a:solidFill>
                  <a:srgbClr val="E5E0DF"/>
                </a:solidFill>
                <a:latin typeface="Tahoma" panose="020B0604030504040204"/>
                <a:cs typeface="Tahoma" panose="020B0604030504040204"/>
              </a:rPr>
              <a:t>and</a:t>
            </a:r>
            <a:r>
              <a:rPr sz="1650" b="1" spc="-65" dirty="0">
                <a:solidFill>
                  <a:srgbClr val="E5E0DF"/>
                </a:solidFill>
                <a:latin typeface="Tahoma" panose="020B0604030504040204"/>
                <a:cs typeface="Tahoma" panose="020B0604030504040204"/>
              </a:rPr>
              <a:t> </a:t>
            </a:r>
            <a:r>
              <a:rPr sz="1650" b="1" spc="-10" dirty="0">
                <a:solidFill>
                  <a:srgbClr val="E5E0DF"/>
                </a:solidFill>
                <a:latin typeface="Tahoma" panose="020B0604030504040204"/>
                <a:cs typeface="Tahoma" panose="020B0604030504040204"/>
              </a:rPr>
              <a:t>APIs.</a:t>
            </a:r>
            <a:endParaRPr sz="1650">
              <a:latin typeface="Tahoma" panose="020B0604030504040204"/>
              <a:cs typeface="Tahoma" panose="020B0604030504040204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2666</Words>
  <Application>WPS Presentation</Application>
  <PresentationFormat>On-screen Show (4:3)</PresentationFormat>
  <Paragraphs>130</Paragraphs>
  <Slides>10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8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10</vt:i4>
      </vt:variant>
    </vt:vector>
  </HeadingPairs>
  <TitlesOfParts>
    <vt:vector size="19" baseType="lpstr">
      <vt:lpstr>Arial</vt:lpstr>
      <vt:lpstr>SimSun</vt:lpstr>
      <vt:lpstr>Wingdings</vt:lpstr>
      <vt:lpstr>Tahoma</vt:lpstr>
      <vt:lpstr>Verdana</vt:lpstr>
      <vt:lpstr>Microsoft YaHei</vt:lpstr>
      <vt:lpstr>Arial Unicode MS</vt:lpstr>
      <vt:lpstr>Calibri</vt:lpstr>
      <vt:lpstr>Office Theme</vt:lpstr>
      <vt:lpstr>EchoAI 3 Automated Podcast Transcription s Intelligent Topic Segmentation System</vt:lpstr>
      <vt:lpstr>Problem Statement</vt:lpstr>
      <vt:lpstr>Proposed Solution</vt:lpstr>
      <vt:lpstr>System Architecture</vt:lpstr>
      <vt:lpstr>Core Algorithms</vt:lpstr>
      <vt:lpstr>Technology Stack</vt:lpstr>
      <vt:lpstr>UI Features:</vt:lpstr>
      <vt:lpstr>System Capabilities s Constraints</vt:lpstr>
      <vt:lpstr>Performance Considerations</vt:lpstr>
      <vt:lpstr>Conclusion s Future Scope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EchoAI - Automated Podcast Transcription s Intelligent Topic Segmentation System</dc:title>
  <dc:creator/>
  <cp:lastModifiedBy>navya teegala</cp:lastModifiedBy>
  <cp:revision>1</cp:revision>
  <dcterms:created xsi:type="dcterms:W3CDTF">2026-03-01T08:28:32Z</dcterms:created>
  <dcterms:modified xsi:type="dcterms:W3CDTF">2026-03-01T08:28:32Z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2026-03-01T05:30:00Z</vt:filetime>
  </property>
  <property fmtid="{D5CDD505-2E9C-101B-9397-08002B2CF9AE}" pid="3" name="Creator">
    <vt:lpwstr>pdf-lib (https://github.com/Hopding/pdf-lib)</vt:lpwstr>
  </property>
  <property fmtid="{D5CDD505-2E9C-101B-9397-08002B2CF9AE}" pid="4" name="LastSaved">
    <vt:filetime>2026-03-01T05:30:00Z</vt:filetime>
  </property>
  <property fmtid="{D5CDD505-2E9C-101B-9397-08002B2CF9AE}" pid="5" name="Producer">
    <vt:lpwstr>3-Heights(TM) PDF Security Shell 4.8.25.2 (http://www.pdf-tools.com)</vt:lpwstr>
  </property>
  <property fmtid="{D5CDD505-2E9C-101B-9397-08002B2CF9AE}" pid="6" name="ICV">
    <vt:lpwstr>F8D30B36C96D4B82BCA837F4BEB1021A_12</vt:lpwstr>
  </property>
  <property fmtid="{D5CDD505-2E9C-101B-9397-08002B2CF9AE}" pid="7" name="KSOProductBuildVer">
    <vt:lpwstr>2057-12.2.0.23196</vt:lpwstr>
  </property>
</Properties>
</file>