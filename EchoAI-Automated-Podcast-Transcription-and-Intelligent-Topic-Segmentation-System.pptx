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aleway" panose="020F0502020204030204" pitchFamily="2" charset="0"/>
      <p:regular r:id="rId13"/>
    </p:embeddedFont>
    <p:embeddedFont>
      <p:font typeface="Raleway Light" pitchFamily="2" charset="0"/>
      <p:regular r:id="rId14"/>
    </p:embeddedFont>
    <p:embeddedFont>
      <p:font typeface="Roboto" panose="020F0502020204030204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908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pos="460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 userDrawn="1">
          <p15:clr>
            <a:srgbClr val="F26B43"/>
          </p15:clr>
        </p15:guide>
        <p15:guide id="2" pos="46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7026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EchoAI: Automated Podcast Transcription &amp; Intelligent Topic Segmentation System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503491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 Mydhili Alladi | Infosys Springboard 6.0 (Batch 11)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75" y="545187"/>
            <a:ext cx="4957167" cy="61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075" y="1461968"/>
            <a:ext cx="13044249" cy="9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podcast industry has experienced explosive growth, with millions of hours of audio content created daily. However, this abundance creates significant challenges for content discovery, analysis, and accessibility. Long-form audio content remains largely unstructured and difficult to navigate, creating barriers for both content creators and consumers.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075" y="2635568"/>
            <a:ext cx="6423065" cy="2584013"/>
          </a:xfrm>
          <a:prstGeom prst="roundRect">
            <a:avLst>
              <a:gd name="adj" fmla="val 3223"/>
            </a:avLst>
          </a:prstGeom>
          <a:solidFill>
            <a:srgbClr val="E1E1EA"/>
          </a:solidFill>
          <a:ln w="7620">
            <a:solidFill>
              <a:srgbClr val="1B1B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8934" y="2841427"/>
            <a:ext cx="594836" cy="594836"/>
          </a:xfrm>
          <a:prstGeom prst="roundRect">
            <a:avLst>
              <a:gd name="adj" fmla="val 15370767"/>
            </a:avLst>
          </a:prstGeom>
          <a:solidFill>
            <a:srgbClr val="1B1B2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526" y="3005018"/>
            <a:ext cx="267653" cy="2676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8934" y="3634264"/>
            <a:ext cx="2478524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Search Difficulties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8934" y="4062889"/>
            <a:ext cx="6011347" cy="9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Long-form podcasts and discussions are difficult to search and analyze efficiently, forcing users to listen through entire episodes to find specific content.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14141" y="2635568"/>
            <a:ext cx="6423184" cy="2584013"/>
          </a:xfrm>
          <a:prstGeom prst="roundRect">
            <a:avLst>
              <a:gd name="adj" fmla="val 3223"/>
            </a:avLst>
          </a:prstGeom>
          <a:solidFill>
            <a:srgbClr val="E1E1EA"/>
          </a:solidFill>
          <a:ln w="7620">
            <a:solidFill>
              <a:srgbClr val="1B1B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20000" y="2841427"/>
            <a:ext cx="594836" cy="594836"/>
          </a:xfrm>
          <a:prstGeom prst="roundRect">
            <a:avLst>
              <a:gd name="adj" fmla="val 15370767"/>
            </a:avLst>
          </a:prstGeom>
          <a:solidFill>
            <a:srgbClr val="1B1B2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3592" y="3005018"/>
            <a:ext cx="267653" cy="2676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20000" y="3634264"/>
            <a:ext cx="2478524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Inefficiency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7620000" y="4062889"/>
            <a:ext cx="6011466" cy="9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transcription is time-consuming and error-prone, requiring 4-6 hours to transcribe one hour of audio with human error rates of 5-10%.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93075" y="5417582"/>
            <a:ext cx="6423065" cy="2267069"/>
          </a:xfrm>
          <a:prstGeom prst="roundRect">
            <a:avLst>
              <a:gd name="adj" fmla="val 367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98934" y="5623441"/>
            <a:ext cx="594836" cy="594836"/>
          </a:xfrm>
          <a:prstGeom prst="roundRect">
            <a:avLst>
              <a:gd name="adj" fmla="val 15370767"/>
            </a:avLst>
          </a:prstGeom>
          <a:solidFill>
            <a:srgbClr val="1B1B2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2526" y="5787033"/>
            <a:ext cx="267653" cy="26765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8934" y="6416278"/>
            <a:ext cx="2478524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Unstructured Data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98934" y="6844903"/>
            <a:ext cx="6011347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structured insights from unsegmented audio data prevents meaningful analysis and content discovery.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414141" y="5417582"/>
            <a:ext cx="6423184" cy="2267069"/>
          </a:xfrm>
          <a:prstGeom prst="roundRect">
            <a:avLst>
              <a:gd name="adj" fmla="val 367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20000" y="5623441"/>
            <a:ext cx="594836" cy="594836"/>
          </a:xfrm>
          <a:prstGeom prst="roundRect">
            <a:avLst>
              <a:gd name="adj" fmla="val 15370767"/>
            </a:avLst>
          </a:prstGeom>
          <a:solidFill>
            <a:srgbClr val="1B1B2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3592" y="5787033"/>
            <a:ext cx="267653" cy="26765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20000" y="6416278"/>
            <a:ext cx="2478524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Retrieval Inefficiency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7620000" y="6844903"/>
            <a:ext cx="6011466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Inefficient retrieval of specific topics or sentiments within large audio files frustrates users and limits content utilization.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9913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2009180"/>
            <a:ext cx="1304282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EchoAI represents an intelligent, end-to-end solution that transforms unstructured audio content into structured, searchable, and analyzable insights. Our system leverages cutting-edge AI and natural language processing technologies to automate the entire transcription and segmentation pipeline.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32961"/>
            <a:ext cx="893088" cy="10716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47612" y="2911554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Audio Processing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847612" y="3286958"/>
            <a:ext cx="1198899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AI-driven system for automated transcription and intelligent topic segmentation of podcast content.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804642"/>
            <a:ext cx="893088" cy="10716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47612" y="3983236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Analysis Engine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847612" y="4358640"/>
            <a:ext cx="1198899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Integrates speech-to-text, topic modeling, and sentiment analysis for comprehensive content understanding.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876324"/>
            <a:ext cx="893088" cy="10716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47612" y="505491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Structured Insights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1847612" y="5430322"/>
            <a:ext cx="1198899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Converts unstructured audio into searchable, structured insights with topic boundaries and emotional context.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948005"/>
            <a:ext cx="893088" cy="10716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47612" y="612659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Visualization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847612" y="6502003"/>
            <a:ext cx="1198899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an interactive dashboard for exploration and visualization of segmented content.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436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8127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pipeline orchestrates multiple AI and NLP components to deliver seamless audio-to-insights transformation. The architecture follows a sequential processing flow that ensures accuracy, efficiency, and scalability.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43959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753922"/>
            <a:ext cx="4215289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8988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Audio Input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4328041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uploads audio file (MP3, WAV, M4A) through the Streamlit interface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207437" y="343959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3753922"/>
            <a:ext cx="4215408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5207437" y="3898821"/>
            <a:ext cx="24866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Whisper Transcription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207437" y="4328041"/>
            <a:ext cx="42154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OpenAI's Whisper model generates accurate multilingual transcription with timestamps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21203" y="343959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3753922"/>
            <a:ext cx="4215289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9621203" y="38988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 Segmentation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21203" y="4328041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TextTiling and TF-IDF algorithms identify topic boundaries in the transcribed text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531030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93790" y="5624632"/>
            <a:ext cx="6422112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7695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Sentiment Analysis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93790" y="6198751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TextBlob adds emotional context with polarity and subjectivity scoring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414260" y="531030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414260" y="5624632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7414260" y="5769531"/>
            <a:ext cx="27360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Visualization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414260" y="6198751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 UI presents interactive visualizations and structured insights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401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Algorithms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1092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EchoAI combines five powerful algorithms to deliver accurate transcription, intelligent segmentation, and meaningful sentiment analysis. Each component plays a critical role in transforming raw audio into actionable insights.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569250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3133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Whisper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3742611"/>
            <a:ext cx="41821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Multilingual speech-to-text model for accurate transcription across 99 languages. Provides timestamped output and handles various audio qualities.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3986" y="2569250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3986" y="33133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TF-IDF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23986" y="3742611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 Frequency-Inverse Document Frequency for keyword extraction and topic relevance scoring. Identifies important terms within each segment.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4302" y="2569250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4302" y="33133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TextTiling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54302" y="3742611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Topic boundary detection algorithm that identifies transitions in long-form text. Analyzes lexical cohesion to determine where topics change.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409605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3790" y="61537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SBERT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93790" y="6582966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Sentence-BERT for semantic similarity analysis. Clusters related segments using contextual embeddings and cosine similarity metrics.</a:t>
            </a:r>
            <a:endParaRPr lang="en-US" sz="15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23986" y="5409605"/>
            <a:ext cx="496133" cy="49613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23986" y="61537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TextBlob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5223986" y="6582966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Sentiment polarity and subjectivity analysis. Provides numerical scores for emotional tone and content objectivity in each segment.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364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91383"/>
            <a:ext cx="4215289" cy="2141815"/>
          </a:xfrm>
          <a:prstGeom prst="roundRect">
            <a:avLst>
              <a:gd name="adj" fmla="val 389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15008" y="271260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Language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3141821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Modern, versatile language with extensive AI and NLP libraries for rapid development and deployment.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2491383"/>
            <a:ext cx="4215408" cy="2141815"/>
          </a:xfrm>
          <a:prstGeom prst="roundRect">
            <a:avLst>
              <a:gd name="adj" fmla="val 389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28655" y="271260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Framework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28655" y="3141821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Open-source framework for building interactive web applications with minimal code. Enables rapid UI development.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2491383"/>
            <a:ext cx="4215289" cy="2141815"/>
          </a:xfrm>
          <a:prstGeom prst="roundRect">
            <a:avLst>
              <a:gd name="adj" fmla="val 389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42421" y="271260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Audio Processing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42421" y="3141821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Librosa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Comprehensive library for audio analysis and processing. Handles format conversion and audio feature extraction.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4831556"/>
            <a:ext cx="6422112" cy="1824276"/>
          </a:xfrm>
          <a:prstGeom prst="roundRect">
            <a:avLst>
              <a:gd name="adj" fmla="val 456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5008" y="50527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NLP Libraries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15008" y="5481995"/>
            <a:ext cx="597967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NLTK, scikit-learn, Sentence-Transformers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Industry-standard libraries for natural language processing, machine learning, and semantic analysis.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260" y="4831556"/>
            <a:ext cx="6422231" cy="1824276"/>
          </a:xfrm>
          <a:prstGeom prst="roundRect">
            <a:avLst>
              <a:gd name="adj" fmla="val 456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478" y="50527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35478" y="5481995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Matplotlib, WordCloud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Data visualization libraries for generating charts, graphs, and word cloud visualizations.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0524" y="210860"/>
            <a:ext cx="3953351" cy="78078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6637"/>
            <a:ext cx="4903708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Prototype Demonstration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93790" y="1300996"/>
            <a:ext cx="29826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UI Features &amp; Capabilities</a:t>
            </a:r>
            <a:endParaRPr lang="en-US" sz="1950" dirty="0"/>
          </a:p>
        </p:txBody>
      </p:sp>
      <p:sp>
        <p:nvSpPr>
          <p:cNvPr id="5" name="Shape 2"/>
          <p:cNvSpPr/>
          <p:nvPr/>
        </p:nvSpPr>
        <p:spPr>
          <a:xfrm>
            <a:off x="793790" y="1832253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CCCCCC"/>
          </a:solidFill>
          <a:ln w="7620">
            <a:solidFill>
              <a:srgbClr val="B2B2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7071" y="1863923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16712" y="1890236"/>
            <a:ext cx="343364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Audio Upload &amp; Transcription Panel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316712" y="2239685"/>
            <a:ext cx="7033498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Drag-and-drop interface for audio file upload with automatic format detection and progress tracking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3790" y="3025735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CCCCCC"/>
          </a:solidFill>
          <a:ln w="7620">
            <a:solidFill>
              <a:srgbClr val="B2B2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7071" y="3057406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316712" y="3083719"/>
            <a:ext cx="382833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Progress &amp; Analysis Timeline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16712" y="3433167"/>
            <a:ext cx="7033498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progress bar showing transcription status and estimated completion time with detailed processing metrics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93790" y="4219218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CCCCCC"/>
          </a:solidFill>
          <a:ln w="7620">
            <a:solidFill>
              <a:srgbClr val="B2B2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7071" y="4250888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316712" y="4277201"/>
            <a:ext cx="460974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Topic Segmentation with Color-Coded Sections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316712" y="4626650"/>
            <a:ext cx="7033498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Intuitive color-coding system that visually represents different topics and their boundaries throughout the transcript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3790" y="5412700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CCCCCC"/>
          </a:solidFill>
          <a:ln w="7620">
            <a:solidFill>
              <a:srgbClr val="B2B2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7071" y="5444371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316712" y="5470684"/>
            <a:ext cx="4332684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Word Cloud Visualization for Topic Keywords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316712" y="5820132"/>
            <a:ext cx="7033498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word cloud that highlights most frequent and relevant terms in each topic segment for quick comprehension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3790" y="6606183"/>
            <a:ext cx="379571" cy="379571"/>
          </a:xfrm>
          <a:prstGeom prst="roundRect">
            <a:avLst>
              <a:gd name="adj" fmla="val 18667"/>
            </a:avLst>
          </a:prstGeom>
          <a:solidFill>
            <a:srgbClr val="CCCCCC"/>
          </a:solidFill>
          <a:ln w="7620">
            <a:solidFill>
              <a:srgbClr val="B2B2B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7071" y="6637853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316712" y="6664166"/>
            <a:ext cx="391203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Sentiment Summary &amp; Transcript Viewer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316712" y="7013615"/>
            <a:ext cx="7033498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sentiment analysis dashboard showing emotional tone distribution and complete searchable transcript with timestamps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634371"/>
            <a:ext cx="763905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Capabilities &amp; Constraints</a:t>
            </a: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650915" y="2552105"/>
            <a:ext cx="6565106" cy="4043124"/>
          </a:xfrm>
          <a:prstGeom prst="roundRect">
            <a:avLst>
              <a:gd name="adj" fmla="val 3534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49273" y="27504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Capabilities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849273" y="3320891"/>
            <a:ext cx="6168390" cy="320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long-form audio efficiently with optimized processing pipelines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structured topic and sentiment insights with visual representations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and visually minimal dashboard for intuitive user experience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multiple audio formats including MP3, WAV, and M4A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timestamped transcripts for precise content navigation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searchable, structured content from unstructured audio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21999" y="2552105"/>
            <a:ext cx="6565106" cy="4043124"/>
          </a:xfrm>
          <a:prstGeom prst="roundRect">
            <a:avLst>
              <a:gd name="adj" fmla="val 3534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620357" y="27504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Constraints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7620357" y="3320891"/>
            <a:ext cx="6168390" cy="2252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Dependent on Whisper model accuracy and training data quality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Processing time increases with audio length and complexity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stable internet and GPU for optimal performance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to single-speaker audio in current implementation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varies with audio quality and background noise levels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Resource-intensive processing may require cloud infrastructure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732478"/>
            <a:ext cx="650986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Considerations</a:t>
            </a: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793790" y="2650212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0930" y="2650212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1083588" y="2871430"/>
            <a:ext cx="24947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Optimized Processing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83588" y="3300651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optimized for medium-length podcasts (30-90 minutes). Processing time averages 3-5x real-time for 60-minute episodes with standard hardware.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14379" y="2650212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91519" y="2650212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1" name="Text 8"/>
          <p:cNvSpPr/>
          <p:nvPr/>
        </p:nvSpPr>
        <p:spPr>
          <a:xfrm>
            <a:off x="7704177" y="2871430"/>
            <a:ext cx="32673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Enhancements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704177" y="3300651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caching mechanisms and parallelization strategies for faster inference. Batch processing capability for large datasets improves throughput by 40%.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93790" y="4672846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0930" y="4672846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5" name="Text 12"/>
          <p:cNvSpPr/>
          <p:nvPr/>
        </p:nvSpPr>
        <p:spPr>
          <a:xfrm>
            <a:off x="1083588" y="48940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Metrics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083588" y="5323284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evaluation framework using Word Error Rate (WER) for transcription accuracy, segmentation precision for topic boundary detection, and sentiment accuracy benchmarks.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414379" y="4672846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91519" y="4672846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9" name="Text 16"/>
          <p:cNvSpPr/>
          <p:nvPr/>
        </p:nvSpPr>
        <p:spPr>
          <a:xfrm>
            <a:off x="7704177" y="48940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Scalability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7704177" y="5323284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Cloud-ready architecture supports horizontal scaling. Processing capacity can be expanded based on demand with load balancing and distributed computing.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7302"/>
            <a:ext cx="5911453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Future Scope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3085028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EchoAI successfully transforms unstructured audio into structured, searchable insights, addressing critical challenges in podcast content discovery and analysis. The system enhances accessibility and analysis of long-form content, making millions of hours of audio content discoverable and actionable.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93790" y="3874889"/>
            <a:ext cx="4228148" cy="2127290"/>
          </a:xfrm>
          <a:prstGeom prst="roundRect">
            <a:avLst>
              <a:gd name="adj" fmla="val 37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9886" y="4070985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1B1B2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5381" y="4226481"/>
            <a:ext cx="254437" cy="25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9886" y="4815602"/>
            <a:ext cx="272343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Multi-Speaker Diarization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89886" y="5217676"/>
            <a:ext cx="3835956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implementation will identify and separate different speakers in audio content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01007" y="3874889"/>
            <a:ext cx="4228267" cy="2127290"/>
          </a:xfrm>
          <a:prstGeom prst="roundRect">
            <a:avLst>
              <a:gd name="adj" fmla="val 37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97103" y="4070985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1B1B2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2599" y="4226481"/>
            <a:ext cx="254437" cy="25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7103" y="4815602"/>
            <a:ext cx="236529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Processing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5397103" y="5217676"/>
            <a:ext cx="3836075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transcription and topic tracking for streaming audio content and live broadcasts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9608344" y="3874889"/>
            <a:ext cx="4228148" cy="2127290"/>
          </a:xfrm>
          <a:prstGeom prst="roundRect">
            <a:avLst>
              <a:gd name="adj" fmla="val 37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04440" y="4070985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1B1B2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59935" y="4226481"/>
            <a:ext cx="254437" cy="2544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04440" y="4815602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Platform Integration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9804440" y="5217676"/>
            <a:ext cx="3835956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integration with podcast platforms and APIs for seamless content processing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1012</Words>
  <Application>Microsoft Office PowerPoint</Application>
  <PresentationFormat>Custom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Raleway</vt:lpstr>
      <vt:lpstr>Roboto</vt:lpstr>
      <vt:lpstr>Raleway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Mydhili alladi</cp:lastModifiedBy>
  <cp:revision>2</cp:revision>
  <dcterms:created xsi:type="dcterms:W3CDTF">2026-03-10T14:15:08Z</dcterms:created>
  <dcterms:modified xsi:type="dcterms:W3CDTF">2026-03-10T14:19:19Z</dcterms:modified>
</cp:coreProperties>
</file>